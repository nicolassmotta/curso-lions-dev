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9B — Testes automatizados da API com Vitest e supertest. Aula entre o Módulo 9 (boilerplate, JWT e bcrypt) e o Módulo 10 (deploy).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9. Peça para a turma explicar cada cartão com as próprias palavras antes de você falar.
Termine com a pergunta do rodapé. Resposta esperada: muitas: cadastro, login, perfil com e sem token, token falso… e de novo a cada mudança. Hoje isso vira npm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9B (Testes Automatizados da API). Os módulos com o sinal de visto já passaram; o laranja é o de hoje.
Adiante o próximo passo: o Módulo 10 (Deploy com Render)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aula usa as rotas de usuário do boilerplate como exemplo; no desafio do fim, a turma escreve os mesmos tipos de teste para as rotas de baralhos criadas no Módulo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Entender por que testar a API com código, e não só no Postman.
• Escrever e rodar testes com o Vitest: describe, it e expect.
• Testar rotas de verdade com o supertest, sem subir o servidor.
• Isolar o banco com mocks para testar cadastro, login e perfil.
• Ler um teste que falhou e escrever testes que não dependem uns dos outros.
• Documentar a API com Swagger e achar a causa de um erro com breakpoints.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quantas requisições vocês fizeram no Postman para testar o boilerplate? E quantas refariam depois de mexer no service de autenticação?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"Por que testar com código?".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Repetitivo: Cada mudança pede refazer todas as requisições no Postman.
• Fácil esquecer: Você testa o caminho feliz e esquece o 401, o 404, o e-mail repetido.
• Quebra sem avisar: Arrumar uma rota pode estragar outra. Isso tem nome: regressão.
• Medo de mexer: Sem testes, ninguém quer melhorar um código que "está funcionando".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"No Postman (manual)" x "No teste (automático)". Pergunte qual diferença chama mais atenção antes de explicar.
Mensagem principal: O teste faz o que você faz no Postman, mas sozinho, em segundos, quantas vezes for preciso.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Unitário: Testa uma função sozinha, como o criarErro. Rápido e simples.
• De integração: Testa uma rota inteira: middlewares, controller e service juntos. O foco desta aula.
• Ponta a ponta: Testa o sistema todo: front, API e banco de verdade. Mais lento e mais frágil.
Mensagem principal: Quanto mais perto do usuário, mais realista, e mais lento. Comece pelas funções e pelas rotas.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 primeiro teste com o Vitest".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Vitest 5 e supertest 7 foram as versões usadas na preparação da aula. O Jest também funciona, mas com ES Modules precisa de configuração extra (--experimental-vm-modules); por isso o Vitest.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src/utils/criarErro.js do boilerplate:
Digite o código ao vivo, em vez de colar, e explique linha a linha.
Destaques:
• entrada: uma mensagem e um status.
• saída: um Error com as duas coisas dentro.
• teste: chamar a função e conferir se a saída é a esperada.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Arquivo tests/criarErro.test.js:
Digite o código ao vivo, em vez de colar, e explique linha a linha.
Mensagem principal: O Vitest encontra sozinho os arquivos que terminam em .test.js.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describe: Agrupa os testes de um mesmo assunto: uma função, uma rota. (com o código do card)
• it: Um caso de teste. O nome diz o que deve acontecer. (com o código do card)
• expect: Confere um valor. Se não bater, o teste falha. (com o código do card)
Mensagem principal: Lendo em voz alta: "criarErro, cria um erro com mensagem e status". O relatório do teste fica assim.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✓: o arquivo passou: todos os it dele deram certo.
• Test Files: quantos arquivos de teste rodaram.
• Tests: quantos casos (it) passaram.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toBe é para valores simples; para objetos e arrays, o toEqual. Já, já você vai ver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"Testando rotas com o supertest".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"server.js: sobe o servidor" x "No teste: só o app". Pergunte qual diferença chama mais atenção antes de explicar.
Mensagem principal: O supertest usa o app direto: sem porta, sem servidor rodando e sem banco conectado. Foi por isso que separamos o app.js do server.js no Módulo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Arquivo tests/app.test.js. O res tem status, body e headers, como a resposta que o Postman 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Troquei o 404 por 400 no teste da rota inexistente. O Vitest mostra:
Rode os comandos no terminal junto com a turma, um de cada vez.
Destaques:
• Expected: o que o teste esperava: o valor do toBe.
• Received: o que a API devolveu de verdade.
• ❯: o arquivo e a linha do expect que falhou.
• e agora?: o erro pode estar no teste ou no código: leia os dois antes de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
Pergunta do slide: A API responde exatamente esse body. O teste passa?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teste falha, mesmo com o conteúdo igual: o toBe pergunta se é o mesmo objeto.
• Para objetos e arrays, use toEqual: ele compara campo a campo.
• O próprio Vitest dá a pista: serializes to the same string quer dizer "o conteúdo é igual, o objeto não".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.send() envia o objeto como JSON e já coloca o Content-Type certo. O .set() coloca um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middleware validarCadastro barra antes do banco. Conferir a mensagem garante que barrou pelo motivo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Nenhum destes testes chega ao banco: o middleware autenticar responde 401 antes do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ordem: os arquivos rodam em paralelo: a ordem muda de uma execução para outra.
• 8 testes: oito requisições que você não precisa mais fazer no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Sem o await, o res ainda não é a resposta: res.status é undefined e o teste falha.
• O supertest devolve uma requisição a caminho: o await espera a resposta chegar.
• E a função do it precisa ser async, como as rotas do Módulo 8.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"E o banco de dados?". Antes de avançar, faça uma pergunta rápida que ligue o assunto novo ao que a turma já sabe.
Frase de apoio: Cadastro, login e perfil passam pelo MongoDB…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
Pergunta do slide: Lembre: no teste, ninguém chamou o conectarBanco().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Mongoose espera até 10 segundos (bufferTimeoutMS) antes de desistir da consulta; o limite de 5 segundos do Vitest estoura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Banco de teste: Outro banco no Atlas, só para testes. Realista, mas precisa de internet e de limpar os dados entre os testes.
• Banco em memória: O pacote mongodb-memory-server sobe um MongoDB temporário no computador. Realista, mas pesado na primeira vez.
• Mock: Troca o repository por uma versão de mentira. Rápido e sem banco: é o que vamos usar.
Mensagem principal: Na arquitetura em camadas, só o repository fala com o banco. Trocando ele, o resto do código roda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Rota: de verdade: validação e autenticar
• Controller: de verdade
• Service: de verdade: bcrypt, JWT e regras
• Repository: mock: devolve o que o teste mandar
Mensagem principal: O teste continua passando pela validação, pelo bcrypt e pelo JWT. Só a conversa com o MongoDB é simulada.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começo do tests/cadastro.test.js:
Digite o código ao vivo, em vez de colar, e explique linha a linha.
Mensagem principal: O vi.mock() troca todas as funções do repository por funções vazias. O Vitest move essa linha para o topo: ela vale antes dos imports.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new Usuario() cria um documento do Mongoose sem salvar no banco: tem _id e toObject(), como um de verdade, e é isso que o service espera receber do repository. O email foi enviado com maiúsculas de propósito: o teste confere que a API salvou em minúsculas.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service lança o erro 409, e o not.toHaveBeenCalled() confere que o criar nem foi chamado: nada foi salvo.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custo 4 no bcrypt.hash é só para o teste rodar rápido. A mensagem é a mesma para e-mail e senha errados, como no Módulo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jwt.sign gera um token válido com o mesmo segredo que a API usa (o JWT_SECRET do vitest.config.js, próximo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Arquivo vitest.config.js, na raiz do projeto:
Digite o código ao vivo, em vez de colar, e explique linha a linha.
Destaques:
• env: variáveis que valem só durante os testes.
• JWT_SECRET: sem ele, o gerarToken lança erro 500.
• SALT_ROUNDS: 4 em vez de 10: o bcrypt fica bem mais rápido nos testes.
• .env: o teste não lê o .env (quem carrega é o server.js): roda igual em qualquer computador.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Sem zerar os mocks, o valor de um teste continua valendo no próximo: o teste passa sozinho e falha junto com os outros.
• O segundo teste recebeu a Ana do teste anterior: para a API, o e-mail já existia.
• Com beforeEach(() =&gt; vi.resetAllMocks()), cada teste começa do zero, e a ordem deixa de importar.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o teste só confere o que você mesmo mandou o mock devolver, ele não testa nada da API.
• Bom: mockar o repository e conferir o que a API fez com os dados: status, senha fora do body, token.
• Ruim: mockar o service inteiro e conferir que a rota devolveu o que o mock devolveu.
• O mock não pega erro do banco (unique, validação do Schema): para isso, um banco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 práticas: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Nome que explica: "senha errada responde 401": quem lê o nome já sabe o que quebrou.
• Um comportamento por teste: Se falhar, você sabe exatamente o quê.
• Independente: Roda sozinho, em qualquer ordem, quantas vezes for preciso.
• Prepara, age, confere: Configura os mocks, faz a requisição e confere a resposta. Nessa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200 201 Deu certo: Status, body e o que não pode aparecer, como a senha.
• 400 Dados inválidos: Campo faltando ou valor errado.
• 401 Sem login: Sem token, formato errado, token falso.
• 403 Sem permissão: Usuário comum numa rota de admin.
• 404 Não encontrado: ID que não existe ou usuário apagado.
• 409 Conflito: E-mail repetido.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14 testes: cadastro, login, perfil, validação e autenticação em poucos segundos, sem abrir o Postman.
• antes do push: rode npm test antes de cada git push: se algo quebrou, você descobre antes do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(Testes): leia o enunciado em voz alta, combine o tempo (15 a 25 minutos, conforme a turma) e circule pela sala.
• No seu projeto do boilerplate, instale vitest e supertest e crie os scripts test e test:watch.
• Crie o vitest.config.js com um JWT_SECRET de teste.
• Teste sem banco: GET /, rota inexistente (404), cadastro sem e-mail (400) e perfil sem token (401).
• Com o repository mockado, teste o cadastro (201, sem senhaHash) e o login com senha errada (401).
• Faça um teste falhar de propósito e leia o Expected e o Received.
Dica: comece copiando um teste que já passa e mude uma coisa só. O npm run test:watch roda de novo a cada arquivo salvo.
Quem terminar antes: teste o PATCH /api/usuarios/perfil: nome trocado (200) e senha curta (400). Bônus: se você fez o papel admin, teste o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"Documentando a API com Swagger". Antes de avançar, faça uma pergunta rápida que ligue o assunto novo ao que a turma já sabe.
Frase de apoio: Quem consome a API precisa saber quais rotas existem, o que mandar e o que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o Módulo 11: quem monta a tela não deveria precisar abrir o código do backend para saber o que mandar. A documentação resolve isso, e o projeto final pede documentação.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swagger-ui-express é dependência normal (sem -D), porque a página da documentação roda junto com a API. Mostre que o openapi.js é só um objeto exportado, como os módulos do Módulo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Estrutura mínima de um documento OpenAPI 3. O servers aceita mais de uma URL: no Módulo 10, acrescente a do Render, e o Swagger UI deixa escolher entre local e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chave é o caminho completo, com o prefixo do app.use (/api/auth). Dentro, uma chave por método. O schema descreve o body como os campos do model do Mongoose, só que para quem consome 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mensagens de exemplo são as do boilerplate: validarCampos (400) e auth.service (409). No gabarito, uma função erro(mensagem) evita repetir o bloco content em cada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security não protege nada no servidor: quem protege é o middleware autenticar. Ele só diz ao Swagger UI que precisa mandar o header Authorization nessa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ao vivo: login pelo Try it out, copie o token, Authorize e chame o perfil. Depois clique em Logout no Authorize e chame de novo para ver o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Registrada depois do 404, a documentação nunca aparece: a requisição cai no 404 antes de chegar lá.
• A ordem do app.use importa, como a ordem dos middlewares no Módulo 9.
• Ponha /api/docs junto das rotas da API, antes do 404 e do middleware de erro.
• Sem a barra final, /api/docs redireciona (301) para /api/docs/. É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Mudou a rota e esqueceu a documentação? O frontend confia nela e quebra. Documentação desatualizada é pior que nenhuma.
• Mudou uma rota, um campo ou uma mensagem? Atualize o openapi.js no mesmo commit.
• Um teste pode conferir se cada rota documentada existe de verdade (próximo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send({}) manda um body vazio: cadastro e login respondem 400, o perfil responde 401. Nenhum responde 404, então a rota existe. O teste confere a existência, não o comportamento: isso fica para os outros testes do 9B.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 tempo, importe o docs.json no Postman ao vivo. No projeto final, a documentação conta no critério de organização e requisitos.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"Debug da API com breakpoints". Antes de avançar, faça uma pergunta rápida que ligue o assunto novo ao que a turma já sabe.
Frase de apoio: O teste diz que algo quebrou. O debugger mostra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o debug do Módulo 2: lá o programa rodava e terminava. Pergunte quem já esqueceu um console.log no código que foi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programa não termina: Um script roda e acaba; o servidor fica esperando. O breakpoint só para quando uma requisição passa pela linha.
• Quem dispara é o cliente: Mande a requisição pelo Postman (ou pelo teste) e o VS Code para na linha marcada.
• Pausa tudo: Enquanto está parado, a API inteira espera, inclusive as requisições dos colegas.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Debug Terminal: Na setinha ao lado do + do terminal, abra um JavaScript Debug Terminal e rode npm start. O mais simples.
• launch.json: Uma configuração salva no projeto: aperte F5 e pronto. Próximo slide.
• --inspect: node --inspect src/server.js e depois conectar o editor. Funciona em qualquer lugar.
Mensagem principal: Os três fazem a mesma coisa: ligam o inspector do Node e conectam o VS Code a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Crie pela aba Run and Debug (create a launch.json file → Node.js) e ajuste o program. O envFile também evita o problema do caminho relativo do dotenv: as variáveis já chegam carregadas.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Saída real do Node 22 (o identificador depois da porta muda a cada execução). O dotenv 17 também imprime uma linha dizendo quantas variáveis carregou. A porta 9229 fica aberta só no computador (127.0.0.1). A mensagem Debugger attached aparece quando o editor conecta.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middleware: o token chegou? o body veio?
• controller: o que o cliente mandou
• service: a regra de negócio
• repository: o que o banco devolveu
Mensagem principal: Não sabe onde está o erro? Pare no começo do caminho e avance com o Step Over até achar o valor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cada controle ao vivo com um breakpoint no login: Step Over até o compare do bcrypt, Step Into para entrar no repository, Step Out para voltar. No Debug Console, avalie req.body 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Condicional: Clique direito na margem → Add Conditional Breakpoint: req.body.email === "ana@email.com". Só para quando for verdade.
• Logpoint: Add Logpoint com Login de {req.body.email} : escreve no Debug Console sem mexer no código.
• Hit Count: Para só na enésima passagem pela linha. Bom dentro de laços.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real encontrado no boilerplate durante a preparação desta aula. Se você já aplicou a correção (req.body ?? {}), crie uma branch sem ela para mostrar ao vivo. Pergunte: de onde vem esse 500, se nenhuma linha do código responde 500 de propósito?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Reproduza no Postman com Body = none, ou rode o teste pelo JavaScript Debug Terminal. Mostre req.originalUrl x req.url: dentro do router, o url não tem o prefixo /api/auth.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vale para o validarLogin. Feche o ciclo: teste vermelho → debugger → correção → teste verde. E o teste fica no projeto para o bug nunca voltar.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Bolinha cinza e vazada no lugar da vermelha: o VS Code não está conectado ao programa, ou a linha nunca foi executada.
• Rode pelo JavaScript Debug Terminal, pelo F5 ou com --inspect. Terminal comum não para em breakpoint.
• Confira se a requisição chega mesmo nessa rota: método e caminho certos no Postman.
• O breakpoint precisa estar no arquivo que o servidor importa, não numa cópia.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Quem se conecta ao inspector pode rodar qualquer código no servidor. No Render, o start continua sendo node src/server.js.
• Nunca use --inspect=0.0.0.0: abre a porta 9229 para a rede inteira.
• Uma linha debugger; esquecida não faz nada sem debugger conectado, mas não deixe ir para o GitHub.
• Parou no breakpoint? A API inteira está pausada: solte com F5 antes de sair.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No Debug Terminal: Rode npx vitest run tests/login.test.js: os breakpoints no teste e no service funcionam.
• Um teste só: Troque it por it.only para rodar só o teste que falha. Volte para it antes do commit.
• Teste + debugger: O teste reproduz o erro sempre igual; o debugger mostra o porquê. Juntos, acham qualquer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boilerplate da turma já tiver a correção do req.body, troque o passo 4 por um bug plantado: no autenticacao.middleware, troque split(" ") por split("") e peça para descobrirem por que o token certo dá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Vitest: describe, it e expect: o teste confere se a saída é a esperada.
• supertest: request(app) testa a rota inteira, sem servidor e sem porta.
• Mock: vi.mock() troca o repository: sem banco, o resto roda de verdade.
• Independência: vi.resetAllMocks() no beforeEach: cada teste começa do zero.
• Swagger: openapi.js + swagger-ui-express: a API documentada e testável em /api/docs.
• Debug: O teste mostra que quebrou; o breakpoint mostra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Desafio do fio condutor. Quem não fez o recurso Baralho no Módulo 9 pode escrever os mesmos testes para o recurso Livro da atividade. O teste do 400 depende de onde a validação está: se estiver só no schema do Mongoose, o mock do repository pula a validação, e isso é uma boa conversa sobre onde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modulo09b no celular agora, antes de ir embora.
Lembre o que tem lá: conteudo, lista_de_exercicios, exercicios_resolvidos. O cheat sheet do módulo fica em conteudo/ e resume a aula em duas páginas.
Link: https://github.com/nicolassmotta/curso-lions-dev/tree/main/modulo09b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No Módulo 10, a API, agora testada, vai para a internet com o deploy no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image" Target="../media/image-3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2-3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4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-3.png"/><Relationship Id="rId3" Type="http://schemas.openxmlformats.org/officeDocument/2006/relationships/image" Target="../media/image-32-3.png"/><Relationship Id="rId4" Type="http://schemas.openxmlformats.org/officeDocument/2006/relationships/image" Target="../media/image-33-4.png"/><Relationship Id="rId5" Type="http://schemas.openxmlformats.org/officeDocument/2006/relationships/image" Target="../media/image-3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3-2.png"/><Relationship Id="rId3" Type="http://schemas.openxmlformats.org/officeDocument/2006/relationships/image" Target="../media/image-5-2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8.png"/><Relationship Id="rId3" Type="http://schemas.openxmlformats.org/officeDocument/2006/relationships/image" Target="../media/image-48-3.png"/><Relationship Id="rId4" Type="http://schemas.openxmlformats.org/officeDocument/2006/relationships/image" Target="../media/image-4-3.png"/><Relationship Id="rId5" Type="http://schemas.openxmlformats.org/officeDocument/2006/relationships/image" Target="../media/image-4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3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3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32-3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5-2.png"/><Relationship Id="rId3" Type="http://schemas.openxmlformats.org/officeDocument/2006/relationships/image" Target="../media/image-43-5.png"/><Relationship Id="rId4" Type="http://schemas.openxmlformats.org/officeDocument/2006/relationships/image" Target="../media/image-32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5-2.png"/><Relationship Id="rId4" Type="http://schemas.openxmlformats.org/officeDocument/2006/relationships/image" Target="../media/image-4-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6.png"/><Relationship Id="rId3" Type="http://schemas.openxmlformats.org/officeDocument/2006/relationships/image" Target="../media/image-10-3.png"/><Relationship Id="rId4" Type="http://schemas.openxmlformats.org/officeDocument/2006/relationships/image" Target="../media/image-32-4.png"/><Relationship Id="rId5" Type="http://schemas.openxmlformats.org/officeDocument/2006/relationships/image" Target="../media/image-43-4.png"/><Relationship Id="rId6" Type="http://schemas.openxmlformats.org/officeDocument/2006/relationships/image" Target="../media/image-48-5.png"/><Relationship Id="rId7" Type="http://schemas.openxmlformats.org/officeDocument/2006/relationships/image" Target="../media/image-7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67-3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9B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Automatizados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API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9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012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Camadas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 → controller → service → repository: cada uma com o seu papel.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7012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bcrypt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cadastro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login. A senha nunca é salva nem devolvida.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7012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jwt.sign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login; o middleware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confere o token nas rotas protegidas.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quantas requisições no Postman você faz para conferir o boilerplate depois de mexer no login?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73" y="153619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1150" y="3182112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681" y="3182112"/>
            <a:ext cx="219456" cy="219456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5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0213" y="3182112"/>
            <a:ext cx="219456" cy="219456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9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1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52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53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4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5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6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7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8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9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9B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Testes Automatizados da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flashcards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23406" y="1755648"/>
            <a:ext cx="4598126" cy="0"/>
          </a:xfrm>
          <a:prstGeom prst="line">
            <a:avLst/>
          </a:prstGeom>
          <a:noFill/>
          <a:ln w="38100">
            <a:solidFill>
              <a:srgbClr val="E16D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070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481328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em memória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0601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17" y="148132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8171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M7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698171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698171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020133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149" y="148132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847703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M8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847703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2847703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69664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48132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97234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3997234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dono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3997234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e JWT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319195" y="1353312"/>
            <a:ext cx="804672" cy="804672"/>
          </a:xfrm>
          <a:prstGeom prst="ellipse">
            <a:avLst/>
          </a:prstGeom>
          <a:solidFill>
            <a:srgbClr val="E16D34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211" y="1481328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46766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M9B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146766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Testado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146766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468727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96743" y="1481328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96297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M10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296297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6297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618258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7746274" y="1481328"/>
            <a:ext cx="548640" cy="54864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445829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M11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445829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tela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7445829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48640" y="3127248"/>
            <a:ext cx="804672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296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MÓDULO 9B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rotas do flashcards ganham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 automáticos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401 sem token, 400 sem título, 201 no cadastro. Mudou o código?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avisa se algo quebrou.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por que testar a API com código, e não só no Postman.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Escrever e rodar testes com o Vitest: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Testar rotas de verdade com o supertest, sem subir o servidor.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Isolar o banco com mocks para testar cadastro, login e perfil.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Ler um teste que falhou e escrever testes que não dependem uns dos outros.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Documentar a API com Swagger e achar a causa de um erro com breakpoints.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9, cada rota foi testada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Postman, na mão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Agora imagine mudar o login e ter que clicar em tudo de novo…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cada mudança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testar com código?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problema do teste manual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128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4300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Repetitivo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mudança pede refazer todas as requisições no Postman.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Fácil esquecer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testa o caminho feliz e esquece o 401, o 404, o e-mail repetido.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Quebra sem avisar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Arrumar uma rota pode estragar outra. Isso tem nome: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regressão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Medo de mexer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testes, ninguém quer melhorar um código que "está funcionando".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Postman x teste automatizado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6291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 (manual)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004060"/>
            <a:ext cx="4069080" cy="1609344"/>
          </a:xfrm>
          <a:prstGeom prst="roundRect">
            <a:avLst>
              <a:gd name="adj" fmla="val 454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121103"/>
            <a:ext cx="3776472" cy="1375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Abrir o Postman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POST /api/auth/cadastro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Montar o body sem o nome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Clicar em Send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Conferir o status com os olhos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Repetir para cada caso…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6291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teste (automático)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004060"/>
            <a:ext cx="4069080" cy="1609344"/>
          </a:xfrm>
          <a:prstGeom prst="roundRect">
            <a:avLst>
              <a:gd name="adj" fmla="val 454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121103"/>
            <a:ext cx="3776472" cy="1375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'sem nome responde 400'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senha: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teste faz o que você faz no Postman, mas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sozinho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em segundos, quantas vezes for preciso.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tipos de teste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02080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849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8496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Unitário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06044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 uma função sozinha, como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Rápido e simples.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402080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58496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58496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integração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209800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 uma rota inteira: middlewares, controller e service juntos.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foco desta aula.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402080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58496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58496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Ponta a ponta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20980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 o sistema todo: front, API e banco de verdade. Mais lento e mais frágil.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Quanto mais perto do usuário, mais realista, e mais lento. Comece pelas funções e pelas rotas.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teste com o Vitest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Instalando e configurando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terminal: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vitest supertest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instala como dependência de desenvolvimento: a API em produção não precisa deles.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135124"/>
            <a:ext cx="4023360" cy="2386584"/>
          </a:xfrm>
          <a:prstGeom prst="roundRect">
            <a:avLst>
              <a:gd name="adj" fmla="val 306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252167"/>
            <a:ext cx="3730752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"start": "node src/server.js",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"test": "vitest run",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"test:watch": "vitest"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"devDependencies":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"supertest": "^7.3.0",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"vitest": "^5.0.2"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2356866"/>
            <a:ext cx="41148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roda todos os testes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vez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mostra o resultado.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test:watch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fica ligado e repete os testes a cada arquivo salvo.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entende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sem configuração: o boilerplate usa ES Modules.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função que vamos testar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src/utils/criarErro.js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boilerplate: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241804"/>
            <a:ext cx="4030980" cy="1716024"/>
          </a:xfrm>
          <a:prstGeom prst="roundRect">
            <a:avLst>
              <a:gd name="adj" fmla="val 42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358847"/>
            <a:ext cx="3738372" cy="148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(message, status)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 =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(message)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error.status = status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criarErro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671060" y="2238756"/>
            <a:ext cx="410718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uma mensagem e um status.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as duas coisas dentro.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chamar a função e conferir se a saída é a esperada.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teste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Arquivo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tests/criarErro.test.js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479804"/>
            <a:ext cx="8321040" cy="2889504"/>
          </a:xfrm>
          <a:prstGeom prst="roundRect">
            <a:avLst>
              <a:gd name="adj" fmla="val 253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596847"/>
            <a:ext cx="8028432" cy="265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describe, it, expect }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'vitest'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criarErro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'../src/utils/criarErro.js'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'criarErro'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'cria um erro com mensagem e status'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 já cadastrado.'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(erro.message).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 já cadastrado.'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(erro.status).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toBeInstanceOf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(Error)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Vitest encontra sozinho os arquivos que terminam em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.test.js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describe, it e expect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18844"/>
            <a:ext cx="2590800" cy="2319528"/>
          </a:xfrm>
          <a:prstGeom prst="roundRect">
            <a:avLst>
              <a:gd name="adj" fmla="val 394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60172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77212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Agrupa os testes de um mesmo assunto: uma função, uma rota.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3089148"/>
            <a:ext cx="2225040" cy="466344"/>
          </a:xfrm>
          <a:prstGeom prst="roundRect">
            <a:avLst>
              <a:gd name="adj" fmla="val 1568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3206191"/>
            <a:ext cx="193243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9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'criarErro'</a:t>
            </a:r>
            <a:r>
              <a:rPr lang="en-US" sz="9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76600" y="1418844"/>
            <a:ext cx="2590800" cy="2319528"/>
          </a:xfrm>
          <a:prstGeom prst="roundRect">
            <a:avLst>
              <a:gd name="adj" fmla="val 394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9480" y="160172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3459480" y="2077212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caso de teste. O nome diz o que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acontecer.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459480" y="2868168"/>
            <a:ext cx="2225040" cy="489204"/>
          </a:xfrm>
          <a:prstGeom prst="roundRect">
            <a:avLst>
              <a:gd name="adj" fmla="val 1495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5784" y="2985211"/>
            <a:ext cx="193243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 do caso'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1720" y="1418844"/>
            <a:ext cx="2590800" cy="2319528"/>
          </a:xfrm>
          <a:prstGeom prst="roundRect">
            <a:avLst>
              <a:gd name="adj" fmla="val 394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600" y="160172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endParaRPr lang="en-US" sz="1750" dirty="0"/>
          </a:p>
        </p:txBody>
      </p:sp>
      <p:sp>
        <p:nvSpPr>
          <p:cNvPr id="17" name="Text 14"/>
          <p:cNvSpPr txBox="1"/>
          <p:nvPr/>
        </p:nvSpPr>
        <p:spPr>
          <a:xfrm>
            <a:off x="6324600" y="2077212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Confere um valor. Se não bater, o teste falha.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324600" y="2868168"/>
            <a:ext cx="2225040" cy="458724"/>
          </a:xfrm>
          <a:prstGeom prst="roundRect">
            <a:avLst>
              <a:gd name="adj" fmla="val 159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70904" y="2985211"/>
            <a:ext cx="1932432" cy="22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8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(valor).</a:t>
            </a:r>
            <a:r>
              <a:rPr lang="en-US" sz="8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8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(esperado)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Lendo em voz alta: "criarErro,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um erro com mensagem e status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". O relatório do teste fica assim.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Rodando: npm test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824228"/>
            <a:ext cx="4389120" cy="2157984"/>
          </a:xfrm>
          <a:prstGeom prst="roundRect">
            <a:avLst>
              <a:gd name="adj" fmla="val 339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941271"/>
            <a:ext cx="4096512" cy="192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 v5.0.2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tests/criarErro.test.js (1 test)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Files  1 passed (1)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Tests  1 passed (1)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2042160"/>
            <a:ext cx="374904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arquivo passou: todos os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dele deram certo.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Files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quantos arquivos de teste rodaram.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quantos casos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passaram.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matchers mais usados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93748"/>
            <a:ext cx="8321040" cy="1655064"/>
          </a:xfrm>
          <a:prstGeom prst="roundRect">
            <a:avLst>
              <a:gd name="adj" fmla="val 442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910791"/>
            <a:ext cx="8028432" cy="142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(erro.status).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</a:t>
            </a: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valor simples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toEqual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             </a:t>
            </a: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mesmo conteúdo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(res.body).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toHaveProperty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</a:t>
            </a: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 esse campo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(usuario).not.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toHaveProperty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'senhaHash'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 inverte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(res.body.token).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toBeTypeOf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</a:t>
            </a: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tipo do valor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(erro).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toBeInstanceOf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(Error)                </a:t>
            </a: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criado pela classe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para valores simples; para objetos e arrays,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toEqual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Já, já você vai ver por quê.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rotas com o supertest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o app.js separado ajuda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7815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server.js: sobe o servidor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156460"/>
            <a:ext cx="4069080" cy="1091184"/>
          </a:xfrm>
          <a:prstGeom prst="roundRect">
            <a:avLst>
              <a:gd name="adj" fmla="val 670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273503"/>
            <a:ext cx="3776472" cy="85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conectarBanco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(process.env.PORT ||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7815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teste: só o app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156460"/>
            <a:ext cx="4069080" cy="1091184"/>
          </a:xfrm>
          <a:prstGeom prst="roundRect">
            <a:avLst>
              <a:gd name="adj" fmla="val 670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273503"/>
            <a:ext cx="3776472" cy="85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'supertest'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'../src/app.js'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supertest usa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direto: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porta, sem servidor rodando e sem banco conectado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Foi por isso que separamos o app.js do server.js no Módulo 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teste de rota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5568"/>
            <a:ext cx="8321040" cy="3224784"/>
          </a:xfrm>
          <a:prstGeom prst="roundRect">
            <a:avLst>
              <a:gd name="adj" fmla="val 226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32611"/>
            <a:ext cx="8028432" cy="2990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describe, it, expect }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'vitest'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'supertest'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'../src/app.js'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'rotas básicas'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'GET / responde 200'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(res.body.message).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'Boilerplate API MVC está rodando.'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'rota que não existe responde 404'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'/api/nada'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toEqual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'Rota não encontrada.'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request(app).get(rota)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a requisição;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espera a resposta.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o teste falha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Troquei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teste da rota inexistente. O Vitest mostra: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17954"/>
            <a:ext cx="4754880" cy="2592324"/>
          </a:xfrm>
          <a:prstGeom prst="roundRect">
            <a:avLst>
              <a:gd name="adj" fmla="val 28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034997"/>
            <a:ext cx="4462272" cy="235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FAIL  tests/app.test.js &gt; rotas básicas 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rota que não existe responde 404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AssertionError: expected 404 to be 400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Expected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Received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- 400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+ 404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❯ tests/app.test.js:16:24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945386"/>
            <a:ext cx="3383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que o teste esperava: o valor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que a API devolveu de verdade.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arquivo e a linha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falhou.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agora?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erro pode estar no teste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código: leia os dois antes de mudar.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toBe com objeto: passa ou falha?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1554480" y="2065782"/>
            <a:ext cx="6035040" cy="1281684"/>
          </a:xfrm>
          <a:prstGeom prst="roundRect">
            <a:avLst>
              <a:gd name="adj" fmla="val 570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2182825"/>
            <a:ext cx="5742432" cy="104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'rota que não existe responde 404'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'/api/nada'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(res.body).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'Rota não encontrada.'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48462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API responde exatamente esse body. O teste passa?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toBe compara o objeto, não o conteúdo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teste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falha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mesmo com o conteúdo igual: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pergunta se é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mesmo objeto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objetos e arrays, use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toEqual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ele compara campo a campo.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próprio Vitest dá a pista: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serializes to the same string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quer dizer "o conteúdo é igual, o objeto não".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AssertionError: expected { message: 'Rota não encontrada.'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be { message: 'Rota não encontrada.' } // Object.is equality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Received: serializes to the same string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e headers, como no Postman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90828"/>
            <a:ext cx="8321040" cy="2660904"/>
          </a:xfrm>
          <a:prstGeom prst="roundRect">
            <a:avLst>
              <a:gd name="adj" fmla="val 274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407871"/>
            <a:ext cx="8028432" cy="242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body em JSON, como a aba Body do Postman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email: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senha: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header, como a aba Headers do Postman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'/api/usuarios/perfil'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'Authorization'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'Bearer abc.def.ghi'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.send()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envia o objeto como JSON e já coloca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certo.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coloca um header.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a validação (400)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describe, it, expect }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'vitest'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'supertest'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'../src/app.js'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 /api/auth/cadastro: validação'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'sem nome responde 400'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email: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senha: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(res.body.message).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campo 'nome' é obrigatório."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middleware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validarCadastro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barra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banco. Conferir a mensagem garante que barrou pelo motivo certo.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a autenticação (401)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6518"/>
            <a:ext cx="8321040" cy="3049524"/>
          </a:xfrm>
          <a:prstGeom prst="roundRect">
            <a:avLst>
              <a:gd name="adj" fmla="val 23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3561"/>
            <a:ext cx="8028432" cy="281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'GET /api/usuarios/perfil sem token válido'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'sem token responde 401'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'/api/usuarios/perfil'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(res.body.message).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 não informado.'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 falso responde 401'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'/api/usuarios/perfil'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'Authorization'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'Bearer abc.def.ghi'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(res.body.message).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 inválido ou expirado.'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Nenhum destes testes chega ao banco: o middleware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responde 401 antes do controller.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até aqui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65148"/>
            <a:ext cx="4572000" cy="2676144"/>
          </a:xfrm>
          <a:prstGeom prst="roundRect">
            <a:avLst>
              <a:gd name="adj" fmla="val 273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682191"/>
            <a:ext cx="4279392" cy="244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 v5.0.2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tests/autenticacao.test.js (3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tests/validacao.test.js (2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tests/app.test.js (2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tests/criarErro.test.js (1 test)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Files  4 passed (4)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Tests  8 passed (8)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2118360"/>
            <a:ext cx="3566160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os arquivos rodam em paralelo: a ordem muda de uma execução para outra.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testes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oito requisições que você não precisa mais fazer no Postman.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esqueceu o await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ainda não é a resposta: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undefined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teste falha.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supertest devolve uma requisição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caminho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espera a resposta chegar.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a função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precisa ser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como as rotas do Módulo 8.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await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AssertionError: expected undefined to be 200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o banco de dados?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Cadastro, login e perfil passam pelo MongoDB…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acontece com este teste?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1554480" y="1581912"/>
            <a:ext cx="6035040" cy="2249424"/>
          </a:xfrm>
          <a:prstGeom prst="roundRect">
            <a:avLst>
              <a:gd name="adj" fmla="val 325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1698955"/>
            <a:ext cx="5742432" cy="201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'cadastra um usuário'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nome: 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senha: 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email: 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9684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Lembre: no teste, ninguém chamou o conectarBanco().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rota que usa o banco, sem banco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teste fica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parado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falha depois de 5 segundos: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timed out in 5000ms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conexão, o Mongoose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 a consulta numa fila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espera o banco conectar, o que nunca acontece.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Vitest desiste em 5 segundos. Rota que usa o banco precisa de um banco de teste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um mock.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jeitos de lidar com o banco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11480" y="1181100"/>
            <a:ext cx="2590800" cy="279501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639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6398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 de teste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88820"/>
            <a:ext cx="2225040" cy="158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Outro banco no Atlas, só para testes. Realista, mas precisa de internet e de limpar os dados entre os testes.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181100"/>
            <a:ext cx="2590800" cy="279501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3639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36398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 em memória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988820"/>
            <a:ext cx="2225040" cy="180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pacote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mongodb-memory-server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sobe um MongoDB temporário no computador. Realista, mas pesado na primeira vez.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181100"/>
            <a:ext cx="2590800" cy="279501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6398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36398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83946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Troca o repository por uma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versão de mentira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Rápido e sem banco: é o que vamos usar.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arquitetura em camadas, só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fala com o banco. Trocando ele, o resto do código roda de verdade.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mock troca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verdade: validação e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verdade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verdade: bcrypt, JWT e regras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devolve o que o teste mandar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teste continua passando pela validação, pelo bcrypt e pelo JWT. Só a conversa com o MongoDB é simulada.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o mock: vi.mock()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começo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tests/cadastro.test.js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479804"/>
            <a:ext cx="8321040" cy="2676144"/>
          </a:xfrm>
          <a:prstGeom prst="roundRect">
            <a:avLst>
              <a:gd name="adj" fmla="val 273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596847"/>
            <a:ext cx="8028432" cy="244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describe, it, expect, vi, beforeEach }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'vitest'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'supertest'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'../src/app.js'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'../src/models/usuario.model.js'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UsuarioRepository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'../src/repositories/usuario.repository.js'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'../src/repositories/usuario.repository.js'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resetAllMocks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vi.mock()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troca todas as funções do repository por funções vazias. O Vitest move essa linha para o topo: ela vale antes dos imports.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 com mock: 201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'cadastra e não devolve a senha'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UsuarioRepository.buscarPorEmail.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mockResolvedValue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UsuarioRepository.criar.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mockImplementation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(dados) =&gt;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(dados)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nome: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email: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senha: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(res.body.usuario.email).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(res.body.usuario).not.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toHaveProperty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'senhaHash'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(res.body.token).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toBeTypeOf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mockResolvedValue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um valor;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mockImplementation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roda uma função.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 com mock: e-mail repetido (409)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411480" y="1157478"/>
            <a:ext cx="8321040" cy="2927604"/>
          </a:xfrm>
          <a:prstGeom prst="roundRect">
            <a:avLst>
              <a:gd name="adj" fmla="val 24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74521"/>
            <a:ext cx="8028432" cy="269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 repetido responde 409'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ana =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nome: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email: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UsuarioRepository.buscarPorEmail.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mockResolvedValue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(ana)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nome: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email: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senha: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(UsuarioRepository.criar).not.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toHaveBeenCalled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service lança o erro 409,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not.toHaveBeenCalled()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confere que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nem foi chamado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nada foi salvo.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Login: senha errada (401)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00328"/>
            <a:ext cx="8321040" cy="3255264"/>
          </a:xfrm>
          <a:prstGeom prst="roundRect">
            <a:avLst>
              <a:gd name="adj" fmla="val 22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7371"/>
            <a:ext cx="8028432" cy="302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resetAllMocks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senhaHash = await bcrypt.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ana =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nome: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email: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senhaHash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UsuarioRepository.buscarPorEmailComSenha.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mockResolvedValue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(ana)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'senha errada responde 401'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'/api/auth/login'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email: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senha: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'errada'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(res.body.message).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 ou senha incorretos.'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hash é de verdade: o login usa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bcrypt.compare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 protegida com token de verdade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077468"/>
            <a:ext cx="8321040" cy="3300984"/>
          </a:xfrm>
          <a:prstGeom prst="roundRect">
            <a:avLst>
              <a:gd name="adj" fmla="val 221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94511"/>
            <a:ext cx="8028432" cy="30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ana =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nome: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email: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ana._id.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token = jwt.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id, email: ana.email }, process.env.JWT_SECRET)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'devolve o usuário do token'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UsuarioRepository.buscarPorId.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mockResolvedValue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(ana)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'/api/usuarios/perfil'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'Authorization'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`Bearer ${token}`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(res.body.usuario.nome).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(UsuarioRepository.buscarPorId).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toHaveBeenCalledWith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toHaveBeenCalledWith(id)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confere que a API buscou o id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token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segredo do JWT no teste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Arquivo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vitest.config.js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na raiz do projeto: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44624"/>
            <a:ext cx="4724400" cy="2310384"/>
          </a:xfrm>
          <a:prstGeom prst="roundRect">
            <a:avLst>
              <a:gd name="adj" fmla="val 316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061667"/>
            <a:ext cx="4431792" cy="2076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defineConfig }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'vitest/config'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defineConfig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JWT_SECRET: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'segredo-so-para-testes'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BCRYPT_SALT_ROUNDS: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64480" y="1610106"/>
            <a:ext cx="3413760" cy="297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variáveis que valem só durante os testes.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sem ele,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gerarToken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lança erro 500.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SALT_ROUNDS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4 em vez de 10: o bcrypt fica bem mais rápido nos testes.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teste não lê o .env (quem carrega é o server.js): roda igual em qualquer computador.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mock que vaza para o próximo teste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zerar os mocks, o valor de um teste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continua valendo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próximo: o teste passa sozinho e falha junto com os outros.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segundo teste recebeu a Ana do teste anterior: para a API, o e-mail já existia.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beforeEach(() =&gt; vi.resetAllMocks())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cada teste começa do zero, e a ordem deixa de importar.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39191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0895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 repetido responde 409'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mock: a Ana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'cadastra a Bia'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mock do buscarPorEmail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AssertionError: expected 409 to be 201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não teste o mock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teste só confere o que você mesmo mandou o mock devolver, ele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testa nada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API.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Bom: mockar o repository e conferir o que 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fez com os dados: status, senha fora do body, token.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Ruim: mockar o service inteiro e conferir que a rota devolveu o que o mock devolveu.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mock não pega erro do banco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validação do Schema): para isso, um banco de teste.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bom teste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415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4587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 que explica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"senha errada responde 401"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quem lê o nome já sabe o que quebrou.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227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17398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comportamento por teste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falhar, você sabe exatamente o quê.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1465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89636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 sozinho, em qualquer ordem, quantas vezes for preciso.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276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82447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Prepara, age, confere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 os mocks, faz a requisição e confere a resposta. Nessa ordem.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testar em cada rota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75004"/>
            <a:ext cx="2590800" cy="1613916"/>
          </a:xfrm>
          <a:prstGeom prst="roundRect">
            <a:avLst>
              <a:gd name="adj" fmla="val 56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57884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Deu certo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52244"/>
            <a:ext cx="2225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Status, body e o que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pode aparecer, como a senha.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76600" y="1175004"/>
            <a:ext cx="2590800" cy="1613916"/>
          </a:xfrm>
          <a:prstGeom prst="roundRect">
            <a:avLst>
              <a:gd name="adj" fmla="val 56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9480" y="1357884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Dados inválidos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3459480" y="1952244"/>
            <a:ext cx="2225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 faltando ou valor errado.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41720" y="1175004"/>
            <a:ext cx="2590800" cy="1613916"/>
          </a:xfrm>
          <a:prstGeom prst="roundRect">
            <a:avLst>
              <a:gd name="adj" fmla="val 56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600" y="135788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6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Sem login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6324600" y="1833372"/>
            <a:ext cx="2225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token, formato errado, token falso.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11480" y="2990088"/>
            <a:ext cx="2590800" cy="1613916"/>
          </a:xfrm>
          <a:prstGeom prst="roundRect">
            <a:avLst>
              <a:gd name="adj" fmla="val 56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172968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r>
              <a:rPr lang="en-US" sz="16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Sem permissão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767328"/>
            <a:ext cx="2225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 comum numa rota de admin.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276600" y="2990088"/>
            <a:ext cx="2590800" cy="1613916"/>
          </a:xfrm>
          <a:prstGeom prst="roundRect">
            <a:avLst>
              <a:gd name="adj" fmla="val 56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59480" y="3172968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6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Não encontrado</a:t>
            </a:r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3459480" y="3767328"/>
            <a:ext cx="2225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que não existe ou usuário apagado.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141720" y="2990088"/>
            <a:ext cx="2590800" cy="1613916"/>
          </a:xfrm>
          <a:prstGeom prst="roundRect">
            <a:avLst>
              <a:gd name="adj" fmla="val 56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60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6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Conflito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6324600" y="3648456"/>
            <a:ext cx="2225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E-mail repetido.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final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245108"/>
            <a:ext cx="4572000" cy="3316224"/>
          </a:xfrm>
          <a:prstGeom prst="roundRect">
            <a:avLst>
              <a:gd name="adj" fmla="val 220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362151"/>
            <a:ext cx="4279392" cy="3082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 v5.0.2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tests/login.test.js (2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tests/cadastro.test.js (2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tests/validacao.test.js (2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tests/perfil.test.js (2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tests/autenticacao.test.js (3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tests/app.test.js (2 tests)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tests/criarErro.test.js (1 test)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Files  7 passed (7)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Tests  14 passed (14)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8973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testes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cadastro, login, perfil, validação e autenticação em poucos segundos, sem abrir o Postman.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do push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rode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de cada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se algo quebrou, você descobre antes do Render.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seu projeto do boilerplate, instale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supertest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crie os scripts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test:watch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vitest.config.js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um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teste.</a:t>
            </a:r>
            <a:endParaRPr lang="en-US" sz="15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sem banco: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rota inexistente (404), cadastro sem e-mail (400) e perfil sem token (401).</a:t>
            </a:r>
            <a:endParaRPr lang="en-US" sz="15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o repository mockado, teste o cadastro (201, sem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senhaHash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e o login com senha errada (401).</a:t>
            </a:r>
            <a:endParaRPr lang="en-US" sz="155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um teste falhar de propósito e leia o Expected e o Received.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353110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0005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62254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comece copiando um teste que já passa e mude uma coisa só. 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test:watch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roda de novo a cada arquivo salvo.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353110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40005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362254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/api/usuarios/perfil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nome trocado (200) e senha curta (400). Bônus: se você fez o papel admin, teste o 403.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Documentando a API com Swagger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consome a API precisa saber quais rotas existem, o que mandar e o que volta.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documentar a API?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128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4300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consome a API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11, a tela do FlutterFlow precisa saber a rota, o body e a resposta de cada chamada.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contrato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documentação diz o que a API promete: o que entra, o que sai e cada erro possível.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Testar no navegador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Swagger UI tem o botão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out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manda a requisição direto da página.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OpenAPI e Swagger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OpenAPI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padrão do arquivo.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Swagger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nome das ferramentas que leem esse padrão.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Instalando e ligando no app.js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terminal: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swagger-ui-express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A documentação fica num arquivo JavaScript comum: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src/docs/openapi.js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013204"/>
            <a:ext cx="8321040" cy="1837944"/>
          </a:xfrm>
          <a:prstGeom prst="roundRect">
            <a:avLst>
              <a:gd name="adj" fmla="val 398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130247"/>
            <a:ext cx="8028432" cy="160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swaggerUi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'swagger-ui-express'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openapi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'./docs/openapi.js'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junto das outras rotas, antes do 404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'/api/docs.json'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res.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(openapi))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'/api/docs'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swaggerUi.serve, swaggerUi.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(openapi))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página para abrir no navegador.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/api/docs.json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mesmo conteúdo em JSON, que o Postman importa.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do openapi.js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092708"/>
            <a:ext cx="5577840" cy="3621024"/>
          </a:xfrm>
          <a:prstGeom prst="roundRect">
            <a:avLst>
              <a:gd name="adj" fmla="val 202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209751"/>
            <a:ext cx="5285232" cy="338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openapi =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openapi: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'3.0.3'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info: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'API Boilerplate Lions Dev'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'1.0.0'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servers: [{ url: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'http://localhost:3000'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securitySchemes: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bearerAuth: { type: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scheme: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'bearer'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paths: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uma chave para cada rota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openapi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082040"/>
            <a:ext cx="2560320" cy="364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nome e versão que aparecem no topo da página.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para onde 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out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manda as requisições. Depois do deploy, acrescente a URL do Render.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securitySchemes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avisa o Swagger que a API usa token Bearer.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as rotas: quase todo o trabalho fica aqui.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Cadastro: o que a rota recebe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1278"/>
            <a:ext cx="8321040" cy="3080004"/>
          </a:xfrm>
          <a:prstGeom prst="roundRect">
            <a:avLst>
              <a:gd name="adj" fmla="val 237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98321"/>
            <a:ext cx="8028432" cy="2845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post: {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'Cadastra um usuário e devolve o token'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requestBody: {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{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'application/json'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schema: {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type: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'object'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required: [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'senha'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properties: {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nome: { type: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example: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email: { type: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example: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'ana@email.com'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senha: { type: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example: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'123456'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marca o que não pode faltar.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vira o body pronto no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out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Cadastro: o que a rota devolve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13688"/>
            <a:ext cx="5577840" cy="2615184"/>
          </a:xfrm>
          <a:prstGeom prst="roundRect">
            <a:avLst>
              <a:gd name="adj" fmla="val 27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430731"/>
            <a:ext cx="5285232" cy="238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responses: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description: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'Usuário criado'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description: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'Campo faltando'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 já cadastrado'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'application/json'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example: { message: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 já cadastrado.'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394460"/>
            <a:ext cx="2560320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status por chave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documente os erros também: o frontend precisa saber o que mostrar em cada caso.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mensagem que a API manda de verdade, copiada do middleware ou do service.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Repetiu muito? Uma função como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erro(mensagem)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monta esse bloco para você.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 protegida: o cadeado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774698"/>
            <a:ext cx="5577840" cy="2257044"/>
          </a:xfrm>
          <a:prstGeom prst="roundRect">
            <a:avLst>
              <a:gd name="adj" fmla="val 324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891741"/>
            <a:ext cx="5285232" cy="202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'/api/usuarios/perfil'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get: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tags: [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'Usuários'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'Mostra o usuário do token'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security: [{ bearerAuth: [] }],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responses: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description: 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'Usuário logado'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description: 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'Sem token ou token inválido'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565910"/>
            <a:ext cx="256032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coloca um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cadeado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rota. O nome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bearerAuth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mesmo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securitySchemes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botão no topo da página: cole o token do login uma vez e ele vai em todas as rotas com cadeado.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pelo Swagger UI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Abrir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localhost:3000/api/docs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navegador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out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copie o token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cole só o token, sem a palavra Bearer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Perfil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out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/perfil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200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Swagger UI acrescenta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sozinho, porque o esquema é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scheme: "bearer"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documentação no lugar errado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Registrada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404, a documentação nunca aparece: a requisição cai no 404 antes de chegar lá.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ordem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importa, como a ordem dos middlewares no Módulo 9.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Ponha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junto das rotas da API,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404 e do middleware de erro.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a barra final,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redireciona (301) para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É normal.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documentação que mente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Mudou a rota e esqueceu a documentação? O frontend confia nela e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quebra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Documentação desatualizada é pior que nenhuma.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Mudou uma rota, um campo ou uma mensagem? Atualize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openapi.js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mesmo commit.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teste pode conferir se cada rota documentada existe de verdade (próximo slide).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teste para a documentação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openapi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'../src/docs/openapi.js'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 documentação não pode mentir'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[rota, metodos]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(openapi.paths))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metodo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(metodos))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`${metodo.toUpperCase()} ${rota} existe`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(app)[metodo](rota).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(res.status).not.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cada rota do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openapi.js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Documentou uma rota que não existe? O teste fica vermelho.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documentação, três usos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70992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Swagger UI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Testar as rotas no navegador, sem instalar nada.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059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3230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Postman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 → Link →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http://localhost:3000/api/docs.json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coleção sai pronta, com todas as rotas.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6042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README e projeto final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o link da documentação no README: quem avalia testa a API na hora.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 da API com breakpoints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teste diz 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algo quebrou. O debugger mostra 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quê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console.log x breakpoint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56819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console.log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43100"/>
            <a:ext cx="4069080" cy="1731264"/>
          </a:xfrm>
          <a:prstGeom prst="roundRect">
            <a:avLst>
              <a:gd name="adj" fmla="val 422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060143"/>
            <a:ext cx="3776472" cy="1497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validarCadastro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res, next)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1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'body:'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req.body)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nome, email, senha } = req.body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muda o código, reinicia o servidor,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repete... e depois lembra de apagar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56819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breakpoint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943100"/>
            <a:ext cx="4069080" cy="1731264"/>
          </a:xfrm>
          <a:prstGeom prst="roundRect">
            <a:avLst>
              <a:gd name="adj" fmla="val 422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060143"/>
            <a:ext cx="3776472" cy="1497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const { nome, email, senha } = req.body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req.body: undefined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req.method: "POST"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req.url: "/cadastro"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nenhuma linha nova no código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breakpoint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pausa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programa na linha e mostra todas as variáveis, sem mudar o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Debugar um servidor é diferente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10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92758"/>
            <a:ext cx="69951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programa não termina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script roda e acaba; o servidor fica esperando. O breakpoint só para quando uma requisição passa pela linha.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677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6494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dispara é o cliente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Mande a requisição pelo Postman (ou pelo teste) e o VS Code para na linha marcada.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Pausa tudo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Enquanto está parado, a API inteira espera, inclusive as requisições dos colegas.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jeitos de ligar o debugger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02080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849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8496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 Terminal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09800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setinha ao lado do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terminal, abra um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 Debug Terminal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rode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mais simples.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402080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58496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58496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launch.json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06044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configuração salva no projeto: aperte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F5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pronto. Próximo slide.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402080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58496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58496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--inspect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06044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--inspect src/server.js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depois conectar o editor. Funciona em qualquer lugar.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três fazem a mesma coisa: ligam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inspector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Node e conectam o VS Code a ele.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Configuração salva: .vscode/launch.json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450848"/>
            <a:ext cx="5516880" cy="2904744"/>
          </a:xfrm>
          <a:prstGeom prst="roundRect">
            <a:avLst>
              <a:gd name="adj" fmla="val 251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567891"/>
            <a:ext cx="5224272" cy="267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"0.2.0"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"configurations"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"request"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"launch"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"Debug da API"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"program"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"${workspaceFolder}/src/server.js"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"envFile"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"${workspaceFolder}/.env"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"skipFiles"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"&lt;node_internals&gt;/**"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56960" y="1489710"/>
            <a:ext cx="2621280" cy="282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arquivo que sobe a API, o mesmo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envFile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carrega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de rodar: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chegam certos.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skipFiles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não entra no código interno do Node quando você usa o Step Into.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 terminal: node --inspect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808988"/>
            <a:ext cx="832104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926031"/>
            <a:ext cx="802843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--inspect src/server.js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 listening on ws://127.0.0.1:9229/ae0dca4a-29f2-…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help, see: https://nodejs.org/en/docs/inspector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 rodando na porta 3000.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 attached.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conectar: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Ctrl+Shift+P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Debug: Attach to Node Process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(ou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chrome://inspect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--inspect-brk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já para na primeira linha.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pôr o breakpoint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middleware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token chegou? o body veio?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o cliente mandou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regra de negócio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o banco devolveu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sabe onde está o erro? Pare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começo do caminho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avance com o Step Over até achar o valor errado.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controles do debugger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8616"/>
            <a:ext cx="2590800" cy="1670304"/>
          </a:xfrm>
          <a:prstGeom prst="roundRect">
            <a:avLst>
              <a:gd name="adj" fmla="val 547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0149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</a:t>
            </a: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Continue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76984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segue até o próximo breakpoint.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118616"/>
            <a:ext cx="2590800" cy="1670304"/>
          </a:xfrm>
          <a:prstGeom prst="roundRect">
            <a:avLst>
              <a:gd name="adj" fmla="val 547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9480" y="130149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F10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Step Over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459480" y="1776984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 a linha e para na seguinte.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41720" y="1118616"/>
            <a:ext cx="2590800" cy="1670304"/>
          </a:xfrm>
          <a:prstGeom prst="roundRect">
            <a:avLst>
              <a:gd name="adj" fmla="val 547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600" y="130149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F11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Step Into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24600" y="1776984"/>
            <a:ext cx="222504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 na função chamada nesta linha.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2990088"/>
            <a:ext cx="2590800" cy="1670304"/>
          </a:xfrm>
          <a:prstGeom prst="roundRect">
            <a:avLst>
              <a:gd name="adj" fmla="val 547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172968"/>
            <a:ext cx="2225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Shift+F11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Step Out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752088"/>
            <a:ext cx="222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 a função e volta para quem chamou.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76600" y="2990088"/>
            <a:ext cx="2590800" cy="1670304"/>
          </a:xfrm>
          <a:prstGeom prst="roundRect">
            <a:avLst>
              <a:gd name="adj" fmla="val 547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5948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 e Watch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459480" y="3648456"/>
            <a:ext cx="222504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valor de cada variável; no Watch, você escolhe o que acompanhar.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41720" y="2990088"/>
            <a:ext cx="2590800" cy="1670304"/>
          </a:xfrm>
          <a:prstGeom prst="roundRect">
            <a:avLst>
              <a:gd name="adj" fmla="val 547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60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 Console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324600" y="3648456"/>
            <a:ext cx="222504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digite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req.body.email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veja o valor na hora, com tudo parado.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Breakpoints que pensam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10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92758"/>
            <a:ext cx="69951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Condicional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Clique direito na margem →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Conditional Breakpoint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req.body.email === "ana@email.com"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Só para quando for verdade.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677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6494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Logpoint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Logpoint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de {req.body.email} 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escreve no Debug Console sem mexer no código.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 Count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só na enésima passagem pela linha. Bom dentro de laços.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 real: o teste achou um 500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body nenhum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validação deveria responder 400…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432304"/>
            <a:ext cx="4572000" cy="1335024"/>
          </a:xfrm>
          <a:prstGeom prst="roundRect">
            <a:avLst>
              <a:gd name="adj" fmla="val 547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549347"/>
            <a:ext cx="4279392" cy="110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'sem body responde 400, não 500'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await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(app)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(res.status).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20436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do Vitest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66360" y="2318004"/>
            <a:ext cx="3611880" cy="1837944"/>
          </a:xfrm>
          <a:prstGeom prst="roundRect">
            <a:avLst>
              <a:gd name="adj" fmla="val 3980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12664" y="2435047"/>
            <a:ext cx="3319272" cy="160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FAIL  tests/corpoVazio.test.js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AssertionError: expected 500 to be 400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Expected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Received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- 400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+ 500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Parando no validarCadastro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7434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Breakpoint na desestruturação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118360"/>
            <a:ext cx="4069080" cy="1380744"/>
          </a:xfrm>
          <a:prstGeom prst="roundRect">
            <a:avLst>
              <a:gd name="adj" fmla="val 529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235403"/>
            <a:ext cx="3776472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validarCadastro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res, next)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● breakpoint nesta linha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nome, email, senha } = req.body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(!nome)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7434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Painel Variables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118360"/>
            <a:ext cx="4069080" cy="1380744"/>
          </a:xfrm>
          <a:prstGeom prst="roundRect">
            <a:avLst>
              <a:gd name="adj" fmla="val 529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235403"/>
            <a:ext cx="3776472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req.body: undefined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req.headers: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content-type: undefined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req.method: "POST"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req.url: "/cadastro"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req.originalUrl: "/api/auth/cadastro"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Express 5, sem body,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fica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Desestruturar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gera um erro, e o middleware de erro responde 500.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correção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808988"/>
            <a:ext cx="832104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926031"/>
            <a:ext cx="802843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antes: sem body, TypeError → middleware de erro → 500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nome, email, senha } = req.body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depois: sem body, nome é undefined → validação → 400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nome, email, senha } = req.body ?? {}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troca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(ou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por um objeto vazio. A validação roda, responde 400, e o teste fica verde.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breakpoint que nunca para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Bolinha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cinza e vazada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lugar da vermelha: o VS Code não está conectado ao programa, ou a linha nunca foi executada.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pelo JavaScript Debug Terminal, pelo F5 ou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--inspect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Terminal comum não para em breakpoint.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se a requisição chega mesmo nessa rota: método e caminho certos no Postman.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breakpoint precisa estar no arquivo que o servidor importa, não numa cópia.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debugger em produção, nunca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se conecta ao inspector pode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rodar qualquer código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servidor. No Render, o start continua sendo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src/server.js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Nunca use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--inspect=0.0.0.0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abre a porta 9229 para a rede inteira.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linha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debugger;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esquecida não faz nada sem debugger conectado, mas não deixe ir para o GitHub.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Parou no breakpoint? A API inteira está pausada: solte com F5 antes de sair.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Debugando um teste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Debug Terminal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vitest run tests/login.test.js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os breakpoints no teste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service funcionam.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teste só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it.only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rodar só o teste que falha. Volte para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do commit.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+ debugger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teste reproduz o erro sempre igual; o debugger mostra o porquê. Juntos, acham qualquer bug.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Swagger e debug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o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swagger-ui-express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documente cadastro, login e perfil em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src/docs/openapi.js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faça login pelo 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out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use o 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chamar o perfil.</a:t>
            </a:r>
            <a:endParaRPr lang="en-US" sz="15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.vscode/launch.json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ponha um breakpoint no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validarCadastro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5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Postman, mande o cadastro com Body 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descubra pelo painel Variables por que a API responde 500.</a:t>
            </a:r>
            <a:endParaRPr lang="en-US" sz="155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Corrija, escreva o teste do corpo vazio e rode </a:t>
            </a:r>
            <a:r>
              <a:rPr lang="en-US" sz="15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r>
              <a:rPr lang="en-US" sz="15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353110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0005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62254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Postman, a opção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aba Body manda a requisição sem corpo nenhum.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353110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40005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362254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importe 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/api/docs.json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Postman (Import → Link) e compare com a coleção que você montou à mão.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79576"/>
            <a:ext cx="2590800" cy="1609344"/>
          </a:xfrm>
          <a:prstGeom prst="roundRect">
            <a:avLst>
              <a:gd name="adj" fmla="val 56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6245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6245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3794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teste confere se a saída é a esperada.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76600" y="1179576"/>
            <a:ext cx="2590800" cy="1609344"/>
          </a:xfrm>
          <a:prstGeom prst="roundRect">
            <a:avLst>
              <a:gd name="adj" fmla="val 56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36245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36245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supertest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83794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request(app)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testa a rota inteira, sem servidor e sem porta.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141720" y="1179576"/>
            <a:ext cx="2590800" cy="1609344"/>
          </a:xfrm>
          <a:prstGeom prst="roundRect">
            <a:avLst>
              <a:gd name="adj" fmla="val 56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6245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36245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837944"/>
            <a:ext cx="222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vi.mock()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troca o repository: sem banco, o resto roda de verdade.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11480" y="2990088"/>
            <a:ext cx="2590800" cy="1609344"/>
          </a:xfrm>
          <a:prstGeom prst="roundRect">
            <a:avLst>
              <a:gd name="adj" fmla="val 56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Independência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648456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vi.resetAllMocks()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cada teste começa do zero.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276600" y="2990088"/>
            <a:ext cx="2590800" cy="1609344"/>
          </a:xfrm>
          <a:prstGeom prst="roundRect">
            <a:avLst>
              <a:gd name="adj" fmla="val 56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Swagger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648456"/>
            <a:ext cx="222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openapi.js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+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swagger-ui-express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API documentada e testável em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141720" y="2990088"/>
            <a:ext cx="2590800" cy="1609344"/>
          </a:xfrm>
          <a:prstGeom prst="roundRect">
            <a:avLst>
              <a:gd name="adj" fmla="val 56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Debug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648456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teste mostra que quebrou; o breakpoint mostra por quê.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testes do flashcards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Fio condutor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Escreva testes para as rotas de baralhos criadas no desafio do Módulo 9.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45336"/>
            <a:ext cx="8138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/api/baralhos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sem token responde 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401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/api/baralhos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sem título responde 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(valide no começo da rota ou num middleware).</a:t>
            </a:r>
            <a:endParaRPr lang="en-US" sz="165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o repository mockado e um token de verdade, o cadastro responde 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  <a:p>
            <a:pPr algn="l" marL="177800" indent="-177800"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listagem chama o repository com o id do usuário do token: use </a:t>
            </a:r>
            <a:r>
              <a:rPr lang="en-US" sz="16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toHaveBeenCalledWith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02920" y="3739896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1026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831336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copie a estrutura do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perfil.test.js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ele já gera um token com 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vitest.config.js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86300" y="3739896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41026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6380" y="3831336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que um usuário não consegue apagar o baralho de outro.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9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modulo09b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4261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5968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319272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2735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10, a API, agora testada, vai para a internet com o deploy no Render.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9B — Testes Automatizados da API com Vitest e Supertest</dc:title>
  <dc:subject>PptxGenJS Presentation</dc:subject>
  <dc:creator>Nicolas Cardoso Motta</dc:creator>
  <cp:lastModifiedBy>Nicolas Cardoso Motta</cp:lastModifiedBy>
  <cp:revision>1</cp:revision>
  <dcterms:created xsi:type="dcterms:W3CDTF">2026-09-27T23:28:24Z</dcterms:created>
  <dcterms:modified xsi:type="dcterms:W3CDTF">2026-09-27T23:28:24Z</dcterms:modified>
</cp:coreProperties>
</file>