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4 — Domínio do Git e GitHub para gestão de código e colaboração em projetos. Este deck junta as duas versões anteriores do módulo ("Git" e "Domínio do Git e GitHub").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de abertura (5 minutos) do Módulo 3. Peça para a turma explicar cada cartão com as próprias palavras antes de você falar.
Termine com a pergunta do rodapé. Resposta esperada: sem validação, a conta vira NaN e contamina o resultado; com isNaN, o programa avisa e pede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4 (Git e GitHub). Os módulos com o sinal de visto já passaram; o laranja é o de hoje.
Adiante o próximo passo: o Módulo 5 (Modularização de aplicações Node.js) depende do que a turma aprender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Entender o que é controle de versão e a diferença entre Git e GitHub.
• Instalar e configurar o Git no Ubuntu.
• Criar repositórios locais e remotos e sincronizá-los com push, pull e clone.
• Trabalhar com branches, pull requests e merge.
• Organizar os projetos com .gitignore e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pergunta e espere algumas respostas antes de avançar. Deixe a turma chegar lá antes de você responder.
"Até agora, cada atividade vivia só no seu computador. E se o PC der problema? E se duas pessoas precisarem mexer no mesmo código?"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"Git". Antes de avançar, faça uma pergunta rápida que ligue o assunto novo ao que a turma já sabe.
Frase de apoio: Controle de versão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Git é um sistema de controle de versão distribuído, feito para lidar de projetos pequenos a enormes com velocidade e eficiência.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Git: Ferramenta de linha de comando, instalada no seu computador. Versiona o projeto localmente, mesmo sem internet.
• GitHub: Plataforma na nuvem, construída em torno do Git. Hospeda os repositórios e tem issues, pull requests, wikis e gestão de projetos.
Mensagem principal: O Git é a ferramenta; o GitHub é um dos lugares onde guardamos os projetos versionados.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Existem várias plataformas de hospedagem de repositórios Git. No curso usamos o GitHub, o mais popular.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Destaques:
• apt update: atualiza a lista de pacotes do Ubuntu.
• apt install git: instala o Git.
• git --version: confere se deu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(GitHub): leia o enunciado em voz alta, combine o tempo (15 a 25 minutos, conforme a turma) e circule pela sala.
• Acesse github.com e crie a sua conta.
• Use o seu e-mail, crie uma senha e um nome de usuário único.
• Siga os colegas que quiser.
Dica: guarde o e-mail que você usou: ele vai ser usado na configuração do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Destaques:
• user.name / email: aparecem em cada commit que você fizer.
• mesmo e-mail: use o e-mail da sua conta do GitHub: é assim que os commits aparecem no seu perfil.
• --global: vale para todos os repositórios do computador.
• --list: mostra as configurações para você conferir.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Ajuste: a versão anterior usava https:// no https.proxy. Proxies como esse (porta 3128) normalmente atendem só em http://, então os dois valores usam http://. Se na rede de vocês funcionava com https://, é só voltar.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"Repositório Local".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versionamos o projeto no computador (repositório local). Depois conectamos com o GitHub (repositório remoto) para enviar os arquivos.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arquivo editado até o histórico, as mudanças passam por três lugares:
Explique o fluxo da esquerda para a direita:
• Diretório: Working Directory: onde você edita os arquivos.
• Palco: Staging Area: o que vai entrar no próximo commit.
• Repositório: Git Repository: o histórico de commits.
Mensagem principal: git add leva do diretório para o palco. git commit leva do palco para 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Destaques:
• git init: transforma a pasta num repositório (cria a pasta oculta .git).
• git status: mostra o que mudou e o que está no palco.
• git add .: coloca todas as mudanças no palco.
• git commit -m: registra o que está no palco no histórico, com uma mensagem.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Rodar git init na pasta pessoal, ou dentro de outro repositório, faz o Git vigiar arquivos que não deveria.
• Confira com pwd antes: um projeto, um git init.
• Um repositório dentro de outro vira bagunça no git status.
• Errou? Apague a pasta oculta .git daquela pasta com rm -rf .git.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Destaques:
• to be committed: já está no palco: entra no próximo commit.
• not staged: foi modificado, mas ainda não passou pelo git add.
• untracked: arquivo novo que o Git ainda não acompanha.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Evite: Mensagens que não dizem nada sobre a mudança. (com o código do card)
• Prefira: Mensagens que explicam o que o commit faz. (com o código do card)
Mensagem principal: Daqui a um mês, o histórico precisa contar a história do projeto para você e para 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"Repositório Remoto".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Guarda uma cópia do repositório na nuvem.
• Funciona como backup e como vitrine: recrutadores olham o seu GitHub.
• É onde a equipe colabora, com pull requests e revisões.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(GitHub): leia o enunciado em voz alta, combine o tempo (15 a 25 minutos, conforme a turma) e circule pela sala.
• No GitHub, clique em New repository.
• Dê um nome, deixe público e crie o repositório vazio.
• Copie a URL HTTPS que aparece na página.
Cuidado: não marque "Add a README" nem ".gitignore" na criação: com o remoto vazio, o primeiro push não dá conflito.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Mensagem principal: remote add origin liga o repositório local ao do GitHub. branch -M main garante que a branch se chama main. O -u do push memoriza o destino: nas próximas vezes, basta git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Dependendo da configuração, o git init cria a branch master, e o git push -u origin main falha.
• O erro é src refspec main does not match any: não existe branch main no seu computador.
• Renomeie antes do push com git branch -M main.
• Ou configure de uma vez: git config --global init.defaultBranch main.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GitHub desativou a autenticação por senha em operações Git pelo terminal em 2021. É a causa número um de push que não funciona na primeira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Envio: Os commits locais vão para o repositório remoto.
• Atualização: O remoto fica igual às suas branches locais.
• Backup: O código fica seguro mesmo se algo acontecer com o computador.
• Colaboração: A equipe vê e usa o seu trabalho; conflitos aparecem cedo.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(Repositório do curso): leia o enunciado em voz alta, combine o tempo (15 a 25 minutos, conforme a turma) e circule pela sala.
• Navegue até Documentos e crie a pasta lions-dev.
• Dentro dela, crie uma pasta para cada módulo e coloque as atividades.
• Na pasta lions-dev, rode git init, git add . e git commit -m "...".
• Crie o repositório remoto vazio no GitHub e conecte com git remote add origin.
• Envie com git push -u origin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"Pull e Clone".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git push: "empurrar": Envia as mudanças locais para o repositório remoto. Do computador para o GitHub.
• git pull: "puxar": Traz as mudanças remotas para o repositório local. Do GitHub para o computador.
Mensagem principal: Exemplo: fiz um programa no computador do trabalho e dei push. Em casa, dei pull e continuei de onde parei.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Se o GitHub tem commits que você não tem, o push é rejeitado.
• Acontece quando outra pessoa, ou você mesmo pelo site, mudou o repositório remoto.
• Solução: git pull primeiro, depois git push.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(Pull): leia o enunciado em voz alta, combine o tempo (15 a 25 minutos, conforme a turma) e circule pela sala.
• Pelo site do GitHub, altere uma das atividades do seu repositório.
• No terminal, rode git pull para trazer a versão nova para o seu computador.
• Abra o arquivo no VS Code e confira a mudança.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Mensagem principal: Use a URL https://: a versão SSH (git@github.com:...) não funciona na rede da Lions. E a node_modules não vem junto: depois de clonar, rode npm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(Clone): leia o enunciado em voz alta, combine o tempo (15 a 25 minutos, conforme a turma) e circule pela sala.
• Clone algum repositório público do GitHub, ou o repositório do curso: github.com/nicolassmotta/curso-lions-dev.
• Entre na pasta clonada e liste os arquivos com 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Uma cópia na sua conta: O fork copia um repositório para a sua conta do GitHub. O clone copia para o seu computador.
• Mexa sem medo: Você altera o projeto sem afetar o repositório original.
• Código aberto: É assim que se contribui com projetos de outras pessoas: fork, alteração e pull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(Fork): leia o enunciado em voz alta, combine o tempo (15 a 25 minutos, conforme a turma) e circule pela sala.
• Faça um fork de um repositório público. Sugestão: github.com/iuricode/padroes-de-commits.
• Confira que ele apareceu nos repositórios da sua conta.
Dica: aproveite para ler o conteúdo: ele ensina um padrão de mensagens de commit usado no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"Branches".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Linha independente: Uma linha de desenvolvimento separada, no mesmo projeto.
• Sem mexer no principal: Novas funcionalidades e correções não interferem no código da main.
• Trabalho em equipe: Cada pessoa trabalha na sua branch e, no fim, as mudanças são mescladas.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Mensagem principal: Nas versões novas do Git também existe git switch: git switch -c nome cria e muda, git switch main volta. Faz a mesma coisa.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(Branch): leia o enunciado em voz alta, combine o tempo (15 a 25 minutos, conforme a turma) e circule pela sala.
• No projeto da calculadora, crie a branch raiz-quadrada com git checkout -b raiz-quadrada.
• Crie uma função que calcula a raiz quadrada do resultado atual, o case no switch e a opção no menu.
• Use git add ., git commit -m "..." e git push -u origin raiz-quadrada.
Dica: o push precisa do nome da branch, mesmo você estando nela: na primeira vez, o GitHub ainda não conhece a raiz-quadrada.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"Pull Request e Merge".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Um pedido para mesclar as mudanças de uma branch em outra, geralmente na main.
• A equipe revisa o código antes de ele entrar no projeto.
• É o lugar para discutir, comentar e pedir ajustes.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(Pull Request): leia o enunciado em voz alta, combine o tempo (15 a 25 minutos, conforme a turma) e circule pela sala.
• No GitHub, abra o repositório da calculadora e clique em Compare &amp; pull request.
• Descreva as mudanças que você fez.
• Solicite a revisão de um colega.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discussão: os dois exércitos representam duas branches separadas, cada uma com suas mudanças. O merge é o momento de juntar os dois lados, e às vezes eles brigam: é o conflito.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O pull request aprovado pode ser mesclado na branch de destino.
• Se houver conflito com a main, o GitHub avisa e só libera o merge depois de resolvido.
• Quando está tudo certo, o botão Merge pull request fica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Conflitos acontecem quando duas branches mudam a mesma linha. O VS Code mostra botões para aceitar uma das versões ou as duas.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Destaques:
• git log: mostra todos os commits, do mais novo para o mais antigo.
• --oneline: um commit por linha: o código (hash) e a mensagem.
• mensagens: é aqui que as boas mensagens de commit fazem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(Merge): leia o enunciado em voz alta, combine o tempo (15 a 25 minutos, conforme a turma) e circule pela sala.
• Abra o pull request que você criou no GitHub.
• Confira se o GitHub não aponta conflitos: se estiver tudo certo, o botão de merge fica liberado.
• Clique em Merge pull request e confirme.
• No terminal, volte para a principal com git checkout main e rode git pull.
• Confira com git log --oneline que o commit da raiz quadrada está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"Desfazendo coisas". Antes de avançar, faça uma pergunta rápida que ligue o assunto novo ao que a turma já sabe.
Frase de apoio: Todo mundo erra: o Git tem volta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Mensagem principal: O git restore arquivo.js apaga as mudanças que não foram commitadas: não tem como recuperar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--amend troca o último commit por outro. Se ele já foi enviado, o próximo push é rejeitado.
• Use o --amend só em commits que ainda estão no seu computador.
• Para desfazer algo que já está no GitHub, use o git revert: ele cria um commit novo e não mexe no histórico da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".gitignore e README.md".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Destaques:
• .gitignore: um arquivo de texto que lista o que o Git deve ignorar e não mandar para o GitHub.
• node_modules/: nunca vai para o GitHub: é pesada e quem clonar recria com npm install.
• senhas e chaves: arquivos como o .env (Módulo 9) ficam só no seu computador.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(.gitignore): leia o enunciado em voz alta, combine o tempo (15 a 25 minutos, conforme a turma) e circule pela sala.
• Crie um arquivo .gitignore no seu projeto.
• Crie também um arquivo "de mentirinha", como senhas.txt.
• Coloque o nome senhas.txt dentro do .gitignore.
• Rode git status e repare que o Git finge que o arquivo nem existe.
Cuidado: o .gitignore só vale para arquivos que ainda não foram commitados. Se já foi para o GitHub, precisa remover do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Destaques:
• README.md: o documento principal do projeto: é a primeira coisa que alguém lê no GitHub.
• conteúdo: o que o programa faz, as ferramentas usadas e como rodar.
• # e -: é Markdown: # vira título e - vira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(README): leia o enunciado em voz alta, combine o tempo (15 a 25 minutos, conforme a turma) e circule pela sala.
• Volte ao projeto da calculadora.
• Crie um arquivo README.md na pasta principal.
• Escreva uma documentação explicando o que a calculadora faz e como rodar.
• Faça o commit e o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Cheat sheet para os alunos fotografarem ou imprimirem.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modulo04 no celular agora, antes de ir embora.
Lembre o que tem lá: conteudo, exercicios_slides, lista_de_exercicios. O cheat sheet do módulo fica em conteudo/ e resume a aula em duas páginas.
Link: https://github.com/nicolassmotta/curso-lions-dev/tree/main/modulo04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Daqui pra frente, toda atividade vai para 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-3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image" Target="../media/image-7-4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5-2.png"/><Relationship Id="rId3" Type="http://schemas.openxmlformats.org/officeDocument/2006/relationships/image" Target="../media/image-16-2.png"/><Relationship Id="rId4" Type="http://schemas.openxmlformats.org/officeDocument/2006/relationships/image" Target="../media/image-27-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8-2.png"/><Relationship Id="rId3" Type="http://schemas.openxmlformats.org/officeDocument/2006/relationships/image" Target="../media/image-2-4.png"/><Relationship Id="rId4" Type="http://schemas.openxmlformats.org/officeDocument/2006/relationships/image" Target="../media/image-27-5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4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Domínio do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e GitHub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Revisando o Módulo 3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545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69545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Requisitos e escopo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320290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 do código: o que está dentro e o que está fora do projeto.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69545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69545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Menu em laço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170938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+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mantêm o programa rodando até o usuário escolher sair.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69545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69545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Validação e refatoração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320290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isNaN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barra a entrada inválida; funções como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lerNumero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evitam repetir código.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 para abrir: o que acontece na calculadora se o usuário digitar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abc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lugar de um número?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53619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47" y="153619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78" y="153619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27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0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1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3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4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6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37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9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40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2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3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5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46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8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49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1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52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53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4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Git e GitHub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Entender o que é controle de versão e a diferença entre Git e GitHub.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Instalar e configurar o Git no Ubuntu.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repositórios locais e remotos e sincronizá-los com push, pull e clone.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Trabalhar com branches, pull requests e merge.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Organizar os projetos com .gitignore e README.md.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Até agora, cada atividade vivia só no seu computador. E se o PC der problema? E se duas pessoas precisarem mexer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mesmo código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Controle de versão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o Git?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24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64158"/>
            <a:ext cx="4846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Rastreia alterações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sistema de controle de versão: registra cada mudança no código durante o desenvolvimento.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91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420874"/>
            <a:ext cx="4846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Colaboração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Várias pessoas trabalham no mesmo projeto, ao mesmo tempo, de forma organizada.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58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577590"/>
            <a:ext cx="4846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Histórico completo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Compara versões, volta para versões anteriores e junta o trabalho de cada pessoa com segurança.</a:t>
            </a:r>
            <a:endParaRPr lang="en-US" sz="1650" dirty="0"/>
          </a:p>
        </p:txBody>
      </p:sp>
      <p:pic>
        <p:nvPicPr>
          <p:cNvPr id="11" name="Image 3" descr="Logo do Gi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212482"/>
            <a:ext cx="2194560" cy="11528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x GitHub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1786"/>
            <a:ext cx="4023360" cy="2993644"/>
          </a:xfrm>
          <a:prstGeom prst="roundRect">
            <a:avLst>
              <a:gd name="adj" fmla="val 305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/home/claude/gerador-slides-lions-dev/ic_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20" y="1264666"/>
            <a:ext cx="868680" cy="868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22478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582926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Ferramenta de linha de comando, instalada no seu computador.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Versiona o projeto localmente, mesmo sem internet.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081786"/>
            <a:ext cx="4023360" cy="2993644"/>
          </a:xfrm>
          <a:prstGeom prst="roundRect">
            <a:avLst>
              <a:gd name="adj" fmla="val 305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/home/claude/gerador-slides-lions-dev/ic_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64666"/>
            <a:ext cx="868680" cy="868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92040" y="222478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582926"/>
            <a:ext cx="3657600" cy="119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na nuvem, construída em torno do Git.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Hospeda os repositórios e tem issues, pull requests, wikis e gestão de projetos.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Git é a ferramenta; o GitHub é um dos lugares onde guardamos os projetos versionados.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hospedar os repositórios?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25400">
            <a:solidFill>
              <a:srgbClr val="E16D34"/>
            </a:solidFill>
            <a:prstDash val="solid"/>
          </a:ln>
        </p:spPr>
      </p:sp>
      <p:pic>
        <p:nvPicPr>
          <p:cNvPr id="6" name="Image 0" descr="GitHu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1143000" cy="1143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mais popular. É o que vamos usar.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4612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GitLa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17320"/>
            <a:ext cx="1143000" cy="1143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3756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GitLab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Muito usado em empresas, com CI/CD integrado.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08076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Bitbuck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417320"/>
            <a:ext cx="1143000" cy="11430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17220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Bitbucket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626364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 Atlassian, integrado ao Jira.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Instalando o Git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220468"/>
            <a:ext cx="4206240" cy="1365504"/>
          </a:xfrm>
          <a:prstGeom prst="roundRect">
            <a:avLst>
              <a:gd name="adj" fmla="val 535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337511"/>
            <a:ext cx="3913632" cy="1131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update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git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2.x.x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152650"/>
            <a:ext cx="3931920" cy="150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update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atualiza a lista de pacotes do Ubuntu.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install git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instala o Git.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confere se deu certo.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crie a sua conta.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o seu e-mail, crie uma senha e um nome de usuário único.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Siga os colegas que quiser.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65248"/>
            <a:ext cx="8138160" cy="664464"/>
          </a:xfrm>
          <a:prstGeom prst="roundRect">
            <a:avLst>
              <a:gd name="adj" fmla="val 110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5146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56688"/>
            <a:ext cx="736092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guarde o e-mail que você usou: ele vai ser usado na configuração do Git.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Configurando o Git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441448"/>
            <a:ext cx="5120640" cy="923544"/>
          </a:xfrm>
          <a:prstGeom prst="roundRect">
            <a:avLst>
              <a:gd name="adj" fmla="val 792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558491"/>
            <a:ext cx="482803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user.name "Seu Nome"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user.email "seu@email.com"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--list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082040"/>
            <a:ext cx="3017520" cy="3642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 / email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aparecem em cada commit que você fizer.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mesmo e-mail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use o e-mail da sua conta do GitHub: é assim que os commits aparecem no seu perfil.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vale para todos os repositórios do computador.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--list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mostra as configurações para você conferir.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rede da Lions: o proxy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computadores da Lions acessam a internet por um proxy. Sem configurar, o Git não conecta ao GitHub: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2660904"/>
            <a:ext cx="8321040" cy="755904"/>
          </a:xfrm>
          <a:prstGeom prst="roundRect">
            <a:avLst>
              <a:gd name="adj" fmla="val 967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2777947"/>
            <a:ext cx="802843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http.proxy http://nome:senha@192.168.10.1:3128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https.proxy http://nome:senha@192.168.10.1:3128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são os do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computador da Lions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não os do GitHub.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Repositório Local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seu computador para o GitHub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109728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Pasta, repositório local e repositório remo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928" y="1143000"/>
            <a:ext cx="5202145" cy="2651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Arquivos na pasta →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repositório local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(Git) →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repositório remoto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(GitHub)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três áreas do Git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arquivo editado até o histórico, as mudanças passam por três lugares: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420" y="1828800"/>
            <a:ext cx="868680" cy="868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Diretório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Working Directory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onde você edita os arquivos.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433828" y="2263140"/>
            <a:ext cx="159410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1828800"/>
            <a:ext cx="868680" cy="868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27660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Palco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334060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Staging Area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que vai entrar no próximo commit.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116068" y="2263140"/>
            <a:ext cx="159410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1828800"/>
            <a:ext cx="868680" cy="8686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95884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Repositório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602284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Repository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histórico de commits.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leva do diretório para o palco.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leva do palco para o repositório.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Criando o primeiro repositório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007108"/>
            <a:ext cx="4389120" cy="1792224"/>
          </a:xfrm>
          <a:prstGeom prst="roundRect">
            <a:avLst>
              <a:gd name="adj" fmla="val 40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124151"/>
            <a:ext cx="4096512" cy="155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lions-dev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lions-dev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"Primeiro commit"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524000"/>
            <a:ext cx="3749040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transforma a pasta num repositório (cria a pasta oculta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mostra o que mudou e o que está no palco.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coloca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as mudanças no palco.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registra o que está no palco no histórico, com uma mensagem.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git init uma vez só, na pasta certa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22376"/>
          </a:xfrm>
          <a:prstGeom prst="roundRect">
            <a:avLst>
              <a:gd name="adj" fmla="val 1012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Rodar </a:t>
            </a:r>
            <a:r>
              <a:rPr lang="en-US" sz="16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r>
              <a:rPr lang="en-US" sz="16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pasta pessoal, ou dentro de outro repositório, faz o Git vigiar arquivos que não deveria.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20824"/>
            <a:ext cx="7772400" cy="113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Confira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antes: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projeto, um git init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repositório dentro de outro vira bagunça no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Errou? Apague a pasta oculta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daquela pasta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.git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22681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34385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/home/aluno/Documentos/lions-dev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Lendo o git status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763268"/>
            <a:ext cx="4572000" cy="2279904"/>
          </a:xfrm>
          <a:prstGeom prst="roundRect">
            <a:avLst>
              <a:gd name="adj" fmla="val 320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880311"/>
            <a:ext cx="4279392" cy="2045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main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to be committed: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file:   README.md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not staged for commit: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modified:   calculadora.js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files: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senhas.txt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821180"/>
            <a:ext cx="356616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be committed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já está no palco: entra no próximo commit.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staged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foi modificado, mas ainda não passou pelo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arquivo novo que o Git ainda não acompanha.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mensagens de commit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11224"/>
            <a:ext cx="4023360" cy="2334768"/>
          </a:xfrm>
          <a:prstGeom prst="roundRect">
            <a:avLst>
              <a:gd name="adj" fmla="val 391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94104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59410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Evite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069592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Mensagens que não dizem nada sobre a mudança.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94360" y="2639568"/>
            <a:ext cx="3657600" cy="923544"/>
          </a:xfrm>
          <a:prstGeom prst="roundRect">
            <a:avLst>
              <a:gd name="adj" fmla="val 792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" y="2756611"/>
            <a:ext cx="336499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"update"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"arrumei"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"asdf"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09160" y="1411224"/>
            <a:ext cx="4023360" cy="2334768"/>
          </a:xfrm>
          <a:prstGeom prst="roundRect">
            <a:avLst>
              <a:gd name="adj" fmla="val 391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9410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04104" y="159410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Prefira</a:t>
            </a:r>
            <a:endParaRPr lang="en-US" sz="175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2069592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Mensagens que explicam o que o commit faz.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892040" y="2639568"/>
            <a:ext cx="3657600" cy="809244"/>
          </a:xfrm>
          <a:prstGeom prst="roundRect">
            <a:avLst>
              <a:gd name="adj" fmla="val 904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038344" y="2756611"/>
            <a:ext cx="3364992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"cria menu da calculadora"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"trata divisão por zero"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"adiciona README"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Daqui a um mês, o histórico precisa contar a história do projeto para você e para a equipe.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Repositório Remoto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</a:t>
            </a:r>
            <a:endParaRPr lang="en-US" sz="3000" dirty="0"/>
          </a:p>
        </p:txBody>
      </p:sp>
      <p:pic>
        <p:nvPicPr>
          <p:cNvPr id="5" name="Image 0" descr="GitHu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73221"/>
            <a:ext cx="4937760" cy="33422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273221"/>
            <a:ext cx="4937760" cy="3342295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989328"/>
            <a:ext cx="3200400" cy="200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Guarda uma cópia do repositório na nuvem.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Funciona como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backup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como vitrine: recrutadores olham o seu GitHub.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onde a equipe colabora, com pull requests e revisões.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GitHub, clique em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repository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Dê um nome, deixe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público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crie o repositório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vazio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Copie a URL HTTPS que aparece na página.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106168"/>
            <a:ext cx="8138160" cy="664464"/>
          </a:xfrm>
          <a:prstGeom prst="roundRect">
            <a:avLst>
              <a:gd name="adj" fmla="val 110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555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197608"/>
            <a:ext cx="736092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Cuidado: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marque "Add a README" nem ".gitignore" na criação: com o remoto vazio, o primeiro push não dá conflito.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Conectando e enviando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984248"/>
            <a:ext cx="8321040" cy="1060704"/>
          </a:xfrm>
          <a:prstGeom prst="roundRect">
            <a:avLst>
              <a:gd name="adj" fmla="val 689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2101291"/>
            <a:ext cx="8028432" cy="82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https://github.com/usuario/lions-dev.git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-M main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add origin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liga o repositório local ao do GitHub.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-M main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garante que a branch se chama main.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push memoriza o destino: nas próximas vezes, basta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master ou main?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Dependendo da configuração,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cria a branch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master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falha.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erro é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 refspec main does not match any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não existe branch main no seu computador.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Renomeie antes do push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 configure de uma vez: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init.defaultBranch main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470656"/>
            <a:ext cx="8046720" cy="755904"/>
          </a:xfrm>
          <a:prstGeom prst="roundRect">
            <a:avLst>
              <a:gd name="adj" fmla="val 9677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87699"/>
            <a:ext cx="775411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src refspec main does not match any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 senha do GitHub não funciona no push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478536"/>
          </a:xfrm>
          <a:prstGeom prst="roundRect">
            <a:avLst>
              <a:gd name="adj" fmla="val 1528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GitHub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aceita a senha da conta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terminal.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177698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Quando o terminal pedir a senha, use um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 Access Token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no GitHub, em Settings &gt; Developer settings &gt; Personal access tokens.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Guarde o token como uma senha: ele dá acesso à sua conta.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19476"/>
            <a:ext cx="8046720" cy="755904"/>
          </a:xfrm>
          <a:prstGeom prst="roundRect">
            <a:avLst>
              <a:gd name="adj" fmla="val 9677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36519"/>
            <a:ext cx="775411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for 'https://github.com': aluno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for 'https://aluno@github.com':    # cole o token aqui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fazer push?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10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0652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commits locais vão para o repositório remoto.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310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Atualização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90652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remoto fica igual às suas branches locais.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Backup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648456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código fica seguro mesmo se algo acontecer com o computador.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Colaboração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648456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equipe vê e usa o seu trabalho; conflitos aparecem cedo.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Repositório do curso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Navegue até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crie a pasta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lions-dev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Dentro dela, crie uma pasta para cada módulo e coloque as atividades.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pasta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lions-dev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rode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repositório remoto vazio no GitHub e conecte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Envie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Pull e Clone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Push x Pull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82826"/>
            <a:ext cx="4023360" cy="1591564"/>
          </a:xfrm>
          <a:prstGeom prst="roundRect">
            <a:avLst>
              <a:gd name="adj" fmla="val 57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70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96570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push: "empurrar"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441194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Envia as mudanças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locais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o repositório remoto.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computador para o GitHub.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782826"/>
            <a:ext cx="4023360" cy="1591564"/>
          </a:xfrm>
          <a:prstGeom prst="roundRect">
            <a:avLst>
              <a:gd name="adj" fmla="val 57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96570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96570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pull: "puxar"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441194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Traz as mudanças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remotas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o repositório local.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GitHub para o computador.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Exemplo: fiz um programa no computador do trabalho e dei push. Em casa, dei pull e continuei de onde parei.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push rejeitado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o GitHub tem commits que você não tem, o push é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rejeitado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Acontece quando outra pessoa, ou você mesmo pelo site, mudou o repositório remoto.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Solução: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primeiro, depois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 [rejected]        main -&gt; main (fetch first)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failed to push some refs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4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Pull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Pelo site do GitHub, altere uma das atividades do seu repositório.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terminal, rode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trazer a versão nova para o seu computador.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o arquivo no VS Code e confira a mudança.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Clone: baixando um repositório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961388"/>
            <a:ext cx="8321040" cy="1106424"/>
          </a:xfrm>
          <a:prstGeom prst="roundRect">
            <a:avLst>
              <a:gd name="adj" fmla="val 661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2078431"/>
            <a:ext cx="8028432" cy="872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https://github.com/usuario/repositorio.git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repositorio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a URL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 versão SSH (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git@github.com:...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não funciona na rede da Lions. E 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não vem junto: depois de clonar, rode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5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Clone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Clone algum repositório público do GitHub, ou o repositório do curso: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 na pasta clonada e liste os arquivos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Fork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821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70992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cópia na sua conta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fork copia um repositório para 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sua conta do GitHub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clone copia para o seu computador.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633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638044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Mexa sem medo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altera o projeto sem afetar o repositório original.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870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36042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Código aberto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assim que se contribui com projetos de outras pessoas: fork, alteração e pull request.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6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86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Faça um fork de um repositório público. Sugestão: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github.com/iuricode/padroes-de-commits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Confira que ele apareceu nos repositórios da sua conta.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068068"/>
            <a:ext cx="8138160" cy="664464"/>
          </a:xfrm>
          <a:prstGeom prst="roundRect">
            <a:avLst>
              <a:gd name="adj" fmla="val 110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174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159508"/>
            <a:ext cx="736092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aproveite para ler o conteúdo: ele ensina um padrão de mensagens de commit usado no mercado.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Branches</a:t>
            </a:r>
            <a:endParaRPr lang="en-US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uma branch?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10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492758"/>
            <a:ext cx="42062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Linha independente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linha de desenvolvimento separada, no mesmo projeto.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91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420874"/>
            <a:ext cx="42062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mexer no principal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Novas funcionalidades e correções não interferem no código da main.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672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348990"/>
            <a:ext cx="42062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Trabalho em equipe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pessoa trabalha na sua branch e, no fim, as mudanças são mescladas.</a:t>
            </a:r>
            <a:endParaRPr lang="en-US" sz="1650" dirty="0"/>
          </a:p>
        </p:txBody>
      </p:sp>
      <p:sp>
        <p:nvSpPr>
          <p:cNvPr id="11" name="Shape 5"/>
          <p:cNvSpPr/>
          <p:nvPr/>
        </p:nvSpPr>
        <p:spPr>
          <a:xfrm>
            <a:off x="5715000" y="1645920"/>
            <a:ext cx="31089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12" name="Image 3" descr="Branches main, feature1 e feature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329132"/>
            <a:ext cx="2926080" cy="8281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Comandos de branch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847088"/>
            <a:ext cx="8321040" cy="1548384"/>
          </a:xfrm>
          <a:prstGeom prst="roundRect">
            <a:avLst>
              <a:gd name="adj" fmla="val 472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964131"/>
            <a:ext cx="8028432" cy="131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                       # lista as branches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raiz-quadrada     # cria e já muda para ela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main                 # volta para a main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-d raiz-quadrada       # apaga (se já foi mesclada)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-D raiz-quadrada       # força a exclusão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Nas versões novas do Git também existe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nome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cria e muda,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volta. Faz a mesma coisa.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7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Branch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projeto da calculadora, crie a branch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raiz-quadrada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raiz-quadrada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função que calcula a raiz quadrada do resultado atual, o case no switch e a opção no menu.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raiz-quadrada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883408"/>
            <a:ext cx="8138160" cy="664464"/>
          </a:xfrm>
          <a:prstGeom prst="roundRect">
            <a:avLst>
              <a:gd name="adj" fmla="val 110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032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974848"/>
            <a:ext cx="736092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push precisa do nome da branch, mesmo você estando nela: na primeira vez, o GitHub ainda não conhece a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raiz-quadrada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Pull Request e Merge</a:t>
            </a:r>
            <a:endParaRPr lang="en-US"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Pull Request</a:t>
            </a:r>
            <a:endParaRPr lang="en-US" sz="3000" dirty="0"/>
          </a:p>
        </p:txBody>
      </p:sp>
      <p:pic>
        <p:nvPicPr>
          <p:cNvPr id="5" name="Image 0" descr="Pull Reque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72549"/>
            <a:ext cx="4937760" cy="214363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872549"/>
            <a:ext cx="4937760" cy="2143638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989328"/>
            <a:ext cx="3200400" cy="200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pedido para mesclar as mudanças de uma branch em outra, geralmente na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equipe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código antes de ele entrar no projeto.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o lugar para discutir, comentar e pedir ajustes.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8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GitHub, abra o repositório da calculadora e clique em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&amp; pull request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Descreva as mudanças que você fez.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Solicite a revisão de um colega.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Merge: juntando as branches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194560" y="1024128"/>
            <a:ext cx="47548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Charge sobre merge de branch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274" y="1069848"/>
            <a:ext cx="2555453" cy="2971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essa charge diz sobre o merge?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o merge no GitHub</a:t>
            </a:r>
            <a:endParaRPr lang="en-US" sz="3000" dirty="0"/>
          </a:p>
        </p:txBody>
      </p:sp>
      <p:pic>
        <p:nvPicPr>
          <p:cNvPr id="5" name="Image 0" descr="Como funciona o merge no GitHu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0498"/>
            <a:ext cx="4937760" cy="278773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550498"/>
            <a:ext cx="4937760" cy="2787739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775968"/>
            <a:ext cx="3200400" cy="242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pull request aprovado pode ser mesclado na branch de destino.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houver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conflito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a main, o GitHub avisa e só libera o merge depois de resolvido.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Quando está tudo certo, o botão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Merge pull request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fica verde.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Conflito: como ele aparece no arquivo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65760" y="2243328"/>
            <a:ext cx="4427220" cy="1319784"/>
          </a:xfrm>
          <a:prstGeom prst="roundRect">
            <a:avLst>
              <a:gd name="adj" fmla="val 554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360371"/>
            <a:ext cx="4134612" cy="108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console.log('Bem-vindo à calculadora!')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console.log('Olá! Escolha uma operação.')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raiz-quadrada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67300" y="1821180"/>
            <a:ext cx="371094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daqui até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 versão que já está na branch atual.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até aqui: a versão que está chegando.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escolha ou combine as duas,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apague as marcações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faça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log: o histórico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090928"/>
            <a:ext cx="4572000" cy="1624584"/>
          </a:xfrm>
          <a:prstGeom prst="roundRect">
            <a:avLst>
              <a:gd name="adj" fmla="val 45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207971"/>
            <a:ext cx="4279392" cy="1390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 adiciona raiz quadrada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9f8e7d6 trata divisão por zero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4c5d6e7 cria menu da calculadora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1a2b3c4 Primeiro commit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710690"/>
            <a:ext cx="356616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mostra todos os commits, do mais novo para o mais antigo.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--oneline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 commit por linha: o código (hash) e a mensagem.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mensagens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é aqui que as boas mensagens de commit fazem diferença.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9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Merge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o pull request que você criou no GitHub.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Confira se o GitHub não aponta conflitos: se estiver tudo certo, o botão de merge fica liberado.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Clique em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Merge pull request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confirme.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terminal, volte para a principal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rode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Confira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o commit da raiz quadrada está lá.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Desfazendo coisas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 mundo erra: o Git tem volta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comandos de desfazer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904238"/>
            <a:ext cx="8321040" cy="1434084"/>
          </a:xfrm>
          <a:prstGeom prst="roundRect">
            <a:avLst>
              <a:gd name="adj" fmla="val 510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2021281"/>
            <a:ext cx="802843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diff                         # o que mudou (ainda fora do palco)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restore arquivo.js           # descarta a mudança no arquivo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restore --staged arquivo.js  # tira do palco, mantém a mudança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--amend -m "nova msg" # corrige o último commit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revert a1b2c3d               # novo commit que desfaz outro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arquivo.js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apaga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as mudanças que não foram commitadas: não tem como recuperar depois.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não reescreva o que já foi para o GitHub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--amend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troca o último commit por outro. Se ele já foi enviado, o próximo push é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rejeitado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--amend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só em commits que ainda estão no seu computador.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desfazer algo que já está no GitHub, use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ele cria um commit novo e não mexe no histórico da equipe.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.gitignore e README.md</a:t>
            </a:r>
            <a:endParaRPr lang="en-US" sz="3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.gitignore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189988"/>
            <a:ext cx="3840480" cy="1426464"/>
          </a:xfrm>
          <a:prstGeom prst="roundRect">
            <a:avLst>
              <a:gd name="adj" fmla="val 512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307031"/>
            <a:ext cx="3547872" cy="1192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senhas.txt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1710690"/>
            <a:ext cx="429768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 arquivo de texto que lista o que o Git deve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ignorar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não mandar para o GitHub.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nunca vai para o GitHub: é pesada e quem clonar recria com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senhas e chaves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arquivos como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(Módulo 9) ficam só no seu computador.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10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.gitignore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45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arquivo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seu projeto.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também um arquivo "de mentirinha", como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senhas.txt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Coloque o nome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senhas.txt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dentro do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repare que o Git finge que o arquivo nem existe.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662428"/>
            <a:ext cx="813816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184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753868"/>
            <a:ext cx="7360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Cuidado: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.gitignore só vale para arquivos que ainda não foram commitados. Se já foi para o GitHub, precisa remover do repositório.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README.md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450848"/>
            <a:ext cx="4572000" cy="2904744"/>
          </a:xfrm>
          <a:prstGeom prst="roundRect">
            <a:avLst>
              <a:gd name="adj" fmla="val 251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567891"/>
            <a:ext cx="4279392" cy="267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Calculadora LionsDev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Calculadora de terminal feita com Node.js.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Como rodar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calculadora.js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Funcionalidades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Soma, subtração, multiplicação e divisão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Porcentagem e resultado acumulado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710690"/>
            <a:ext cx="356616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documento principal do projeto: é a primeira coisa que alguém lê no GitHub.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conteúdo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que o programa faz, as ferramentas usadas e como rodar.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 -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é Markdown: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vira título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vira lista.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README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45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Volte ao projeto da calculadora.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arquivo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pasta principal.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Escreva uma documentação explicando o que a calculadora faz e como rodar.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Faça o commit e o push.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Cheat sheet do Git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" y="107899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Começar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408176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url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9464" y="1005840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79192" y="107899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 o estado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679192" y="1408176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36008" y="1005840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45736" y="107899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Salvar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745736" y="1408176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02552" y="1005840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12280" y="107899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Remoto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1408176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url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2231136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2648" y="23042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Enviar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" y="2633472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x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569464" y="2231136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79192" y="23042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Trazer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679192" y="2633472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36008" y="2231136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45736" y="23042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Branches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745736" y="2633472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x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02552" y="2231136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12280" y="23042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Mudar de branch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812280" y="2633472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3456432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12648" y="352958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Apagar branch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12648" y="3858768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x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569464" y="3456432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679192" y="352958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Configurar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2679192" y="3858768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 "..."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36008" y="3456432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745736" y="352958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Ignorar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745736" y="3858768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702552" y="3456432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12280" y="352958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Juntar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812280" y="3858768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Merge no GitHub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0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modulo04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642616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5968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exercicios_slides/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exercícios feitos em aula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319272"/>
            <a:ext cx="384048" cy="38404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16552" y="32735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Daqui pra frente, toda atividade vai para o GitHub.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</dc:title>
  <dc:subject>PptxGenJS Presentation</dc:subject>
  <dc:creator>Nicolas Cardoso Motta</dc:creator>
  <cp:lastModifiedBy>Nicolas Cardoso Motta</cp:lastModifiedBy>
  <cp:revision>1</cp:revision>
  <dcterms:created xsi:type="dcterms:W3CDTF">2026-09-27T23:25:30Z</dcterms:created>
  <dcterms:modified xsi:type="dcterms:W3CDTF">2026-09-27T23:25:30Z</dcterms:modified>
</cp:coreProperties>
</file>